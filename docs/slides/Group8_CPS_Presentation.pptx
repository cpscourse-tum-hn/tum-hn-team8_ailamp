
<file path=[Content_Types].xml><?xml version="1.0" encoding="utf-8"?>
<Types xmlns="http://schemas.openxmlformats.org/package/2006/content-types">
  <Default Extension="xml" ContentType="application/vnd.openxmlformats-package.core-properties+xml"/>
  <Default Extension="wmf" ContentType="image/x-wmf"/>
  <Default Extension="jpeg" ContentType="image/jpeg"/>
  <Default Extension="emf" ContentType="image/x-emf"/>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Masters/slideMaster3.xml" ContentType="application/vnd.openxmlformats-officedocument.presentationml.slideMaster+xml"/>
  <Override PartName="/ppt/slideMasters/theme/theme4.xml" ContentType="application/vnd.openxmlformats-officedocument.theme+xml"/>
  <Override PartName="/ppt/slideMasters/slideMaster4.xml" ContentType="application/vnd.openxmlformats-officedocument.presentationml.slideMaster+xml"/>
  <Override PartName="/ppt/slideMasters/theme/theme5.xml" ContentType="application/vnd.openxmlformats-officedocument.theme+xml"/>
  <Override PartName="/ppt/slideMasters/slideMaster5.xml" ContentType="application/vnd.openxmlformats-officedocument.presentationml.slideMaster+xml"/>
  <Override PartName="/ppt/slideMasters/theme/theme6.xml" ContentType="application/vnd.openxmlformats-officedocument.theme+xml"/>
  <Override PartName="/ppt/slideMasters/slideMaster6.xml" ContentType="application/vnd.openxmlformats-officedocument.presentationml.slideMaster+xml"/>
  <Override PartName="/ppt/slideMasters/theme/theme7.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notesMasters/notesMaster1.xml" ContentType="application/vnd.openxmlformats-officedocument.presentationml.notesMaster+xml"/>
  <Override PartName="/ppt/notesMasters/theme/theme8.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Default Extension="mp4" ContentType="video/mp4"/>
</Types>
</file>

<file path=_rels/.rels>&#65279;<?xml version="1.0" encoding="utf-8"?><Relationships xmlns="http://schemas.openxmlformats.org/package/2006/relationships"><Relationship Type="http://schemas.openxmlformats.org/package/2006/relationships/metadata/core-properties" Target="/docProps/core.xml" Id="R3057ac5646174acc" /><Relationship Type="http://schemas.openxmlformats.org/officeDocument/2006/relationships/extended-properties" Target="/docProps/app.xml" Id="R87e76aff315e4660" /><Relationship Type="http://schemas.openxmlformats.org/officeDocument/2006/relationships/officeDocument" Target="/ppt/presentation.xml" Id="R3468fd9c96894060" /></Relationships>
</file>

<file path=ppt/presentation.xml><?xml version="1.0" encoding="utf-8"?>
<p:presentation xmlns:p="http://schemas.openxmlformats.org/presentationml/2006/main">
  <p:sldMasterIdLst>
    <p:sldMasterId xmlns:r="http://schemas.openxmlformats.org/officeDocument/2006/relationships" id="2147483648" r:id="Rcbd7cfd23d3e4fbc"/>
    <p:sldMasterId xmlns:r="http://schemas.openxmlformats.org/officeDocument/2006/relationships" id="2147483650" r:id="R59fb53824cac496d"/>
    <p:sldMasterId xmlns:r="http://schemas.openxmlformats.org/officeDocument/2006/relationships" id="2147483652" r:id="R41a0bebf324a4278"/>
    <p:sldMasterId xmlns:r="http://schemas.openxmlformats.org/officeDocument/2006/relationships" id="2147483654" r:id="R82c315b7e4484169"/>
    <p:sldMasterId xmlns:r="http://schemas.openxmlformats.org/officeDocument/2006/relationships" id="2147483663" r:id="R81cb4b6c486b4316"/>
    <p:sldMasterId xmlns:r="http://schemas.openxmlformats.org/officeDocument/2006/relationships" id="2147483665" r:id="R4d49456f6a0944db"/>
  </p:sldMasterIdLst>
  <p:notesMasterIdLst>
    <p:notesMasterId xmlns:r="http://schemas.openxmlformats.org/officeDocument/2006/relationships" r:id="R59936feb424a4357"/>
  </p:notesMasterIdLst>
  <p:sldIdLst>
    <p:sldId xmlns:r="http://schemas.openxmlformats.org/officeDocument/2006/relationships" id="256" r:id="R3fb29876a7ea48f3"/>
    <p:sldId xmlns:r="http://schemas.openxmlformats.org/officeDocument/2006/relationships" id="257" r:id="R6425d5c47bba4b0d"/>
    <p:sldId xmlns:r="http://schemas.openxmlformats.org/officeDocument/2006/relationships" id="258" r:id="R88483bb8b06b4503"/>
    <p:sldId xmlns:r="http://schemas.openxmlformats.org/officeDocument/2006/relationships" id="259" r:id="Re8b1d599b2be488d"/>
    <p:sldId xmlns:r="http://schemas.openxmlformats.org/officeDocument/2006/relationships" id="260" r:id="Rd584aa66caee4d69"/>
    <p:sldId xmlns:r="http://schemas.openxmlformats.org/officeDocument/2006/relationships" id="261" r:id="R8033030267ef442d"/>
    <p:sldId xmlns:r="http://schemas.openxmlformats.org/officeDocument/2006/relationships" id="262" r:id="R7f102daa38fb4273"/>
    <p:sldId xmlns:r="http://schemas.openxmlformats.org/officeDocument/2006/relationships" id="263" r:id="R381b2d1229044389"/>
    <p:sldId xmlns:r="http://schemas.openxmlformats.org/officeDocument/2006/relationships" id="264" r:id="R4a809cb196ab450e"/>
    <p:sldId xmlns:r="http://schemas.openxmlformats.org/officeDocument/2006/relationships" id="265" r:id="R9f943f2bd5d54bce"/>
    <p:sldId xmlns:r="http://schemas.openxmlformats.org/officeDocument/2006/relationships" id="266" r:id="Rf70ae20072e24cc5"/>
    <p:sldId xmlns:r="http://schemas.openxmlformats.org/officeDocument/2006/relationships" id="267" r:id="R1e1b15a10a53436b"/>
    <p:sldId xmlns:r="http://schemas.openxmlformats.org/officeDocument/2006/relationships" id="268" r:id="Re67652855c46405d"/>
    <p:sldId xmlns:r="http://schemas.openxmlformats.org/officeDocument/2006/relationships" id="269" r:id="R2b9a7bcc56e14954"/>
    <p:sldId xmlns:r="http://schemas.openxmlformats.org/officeDocument/2006/relationships" id="270" r:id="R94da5a2c5a5f4f02"/>
    <p:sldId xmlns:r="http://schemas.openxmlformats.org/officeDocument/2006/relationships" id="271" r:id="R861804f55de04db1"/>
    <p:sldId xmlns:r="http://schemas.openxmlformats.org/officeDocument/2006/relationships" id="272" r:id="R888c6342bc854a62"/>
    <p:sldId xmlns:r="http://schemas.openxmlformats.org/officeDocument/2006/relationships" id="273" r:id="Red67f3a4d74349b8"/>
    <p:sldId xmlns:r="http://schemas.openxmlformats.org/officeDocument/2006/relationships" id="274" r:id="Rc5db42823e0f4e17"/>
    <p:sldId xmlns:r="http://schemas.openxmlformats.org/officeDocument/2006/relationships" id="275" r:id="R117f20f6ada545d1"/>
    <p:sldId xmlns:r="http://schemas.openxmlformats.org/officeDocument/2006/relationships" id="276" r:id="R4dd810a50626472a"/>
    <p:sldId xmlns:r="http://schemas.openxmlformats.org/officeDocument/2006/relationships" id="277" r:id="R086f6d5bbbe54037"/>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2D5ABB26-0587-4C30-8999-92F81FD0307C}">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Mittlere Formatvorlage 2 - Akz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84E427A-3D55-4303-BF80-6455036E1DE7}" styleName="Designformatvorlage 1 - Akz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E269D01E-BC32-4049-B463-5C60D7B0CCD2}" styleName="Designformatvorlage 2 - Akz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D7B26C5-4107-4FEC-AEDC-1716B250A1EF}" styleName="Helle Formatvorlag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ED083AE6-46FA-4A59-8FB0-9F97EB10719F}" styleName="Helle Formatvorlage 3 - Akz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7292A2E-F333-43FB-9621-5CBBE7FDCDCB}" styleName="Helle Formatvorlage 2 - Akz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D27102A9-8310-4765-A935-A1911B00CA55}" styleName="Helle Formatvorlage 1 - Akz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8EC20E35-A176-4012-BC5E-935CFFF8708E}" styleName="Mittlere Formatvorlag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C4B1156A-380E-4F78-BDF5-A606A8083BF9}" styleName="Mittlere Formatvorlage 4 - Akz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74C1A8A3-306A-4EB7-A6B1-4F7E0EB9C5D6}" styleName="Mittlere Formatvorlage 3 - Akz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D7AC3CCA-C797-4891-BE02-D94E43425B78}" styleName="Mittlere Formatvorlag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Helle Formatvorlag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6b2eb1dc0c764ee8" /><Relationship Type="http://schemas.openxmlformats.org/officeDocument/2006/relationships/slideMaster" Target="/ppt/slideMasters/slideMaster1.xml" Id="Rcbd7cfd23d3e4fbc" /><Relationship Type="http://schemas.openxmlformats.org/officeDocument/2006/relationships/slideMaster" Target="/ppt/slideMasters/slideMaster2.xml" Id="R59fb53824cac496d" /><Relationship Type="http://schemas.openxmlformats.org/officeDocument/2006/relationships/slideMaster" Target="/ppt/slideMasters/slideMaster3.xml" Id="R41a0bebf324a4278" /><Relationship Type="http://schemas.openxmlformats.org/officeDocument/2006/relationships/slideMaster" Target="/ppt/slideMasters/slideMaster4.xml" Id="R82c315b7e4484169" /><Relationship Type="http://schemas.openxmlformats.org/officeDocument/2006/relationships/slideMaster" Target="/ppt/slideMasters/slideMaster5.xml" Id="R81cb4b6c486b4316" /><Relationship Type="http://schemas.openxmlformats.org/officeDocument/2006/relationships/slideMaster" Target="/ppt/slideMasters/slideMaster6.xml" Id="R4d49456f6a0944db" /><Relationship Type="http://schemas.openxmlformats.org/officeDocument/2006/relationships/notesMaster" Target="/ppt/notesMasters/notesMaster1.xml" Id="R59936feb424a4357" /><Relationship Type="http://schemas.openxmlformats.org/officeDocument/2006/relationships/presProps" Target="/ppt/presProps.xml" Id="Rcaf9774b201949d1" /><Relationship Type="http://schemas.openxmlformats.org/officeDocument/2006/relationships/viewProps" Target="/ppt/viewProps.xml" Id="R50afad42dc8f4a43" /><Relationship Type="http://schemas.openxmlformats.org/officeDocument/2006/relationships/tableStyles" Target="/ppt/tableStyles.xml" Id="Re2bc277d3193446d" /><Relationship Type="http://schemas.openxmlformats.org/officeDocument/2006/relationships/slide" Target="/ppt/slides/slide1.xml" Id="R3fb29876a7ea48f3" /><Relationship Type="http://schemas.openxmlformats.org/officeDocument/2006/relationships/slide" Target="/ppt/slides/slide2.xml" Id="R6425d5c47bba4b0d" /><Relationship Type="http://schemas.openxmlformats.org/officeDocument/2006/relationships/slide" Target="/ppt/slides/slide3.xml" Id="R88483bb8b06b4503" /><Relationship Type="http://schemas.openxmlformats.org/officeDocument/2006/relationships/slide" Target="/ppt/slides/slide4.xml" Id="Re8b1d599b2be488d" /><Relationship Type="http://schemas.openxmlformats.org/officeDocument/2006/relationships/slide" Target="/ppt/slides/slide5.xml" Id="Rd584aa66caee4d69" /><Relationship Type="http://schemas.openxmlformats.org/officeDocument/2006/relationships/slide" Target="/ppt/slides/slide6.xml" Id="R8033030267ef442d" /><Relationship Type="http://schemas.openxmlformats.org/officeDocument/2006/relationships/slide" Target="/ppt/slides/slide7.xml" Id="R7f102daa38fb4273" /><Relationship Type="http://schemas.openxmlformats.org/officeDocument/2006/relationships/slide" Target="/ppt/slides/slide8.xml" Id="R381b2d1229044389" /><Relationship Type="http://schemas.openxmlformats.org/officeDocument/2006/relationships/slide" Target="/ppt/slides/slide9.xml" Id="R4a809cb196ab450e" /><Relationship Type="http://schemas.openxmlformats.org/officeDocument/2006/relationships/slide" Target="/ppt/slides/slide10.xml" Id="R9f943f2bd5d54bce" /><Relationship Type="http://schemas.openxmlformats.org/officeDocument/2006/relationships/slide" Target="/ppt/slides/slide11.xml" Id="Rf70ae20072e24cc5" /><Relationship Type="http://schemas.openxmlformats.org/officeDocument/2006/relationships/slide" Target="/ppt/slides/slide12.xml" Id="R1e1b15a10a53436b" /><Relationship Type="http://schemas.openxmlformats.org/officeDocument/2006/relationships/slide" Target="/ppt/slides/slide13.xml" Id="Re67652855c46405d" /><Relationship Type="http://schemas.openxmlformats.org/officeDocument/2006/relationships/slide" Target="/ppt/slides/slide14.xml" Id="R2b9a7bcc56e14954" /><Relationship Type="http://schemas.openxmlformats.org/officeDocument/2006/relationships/slide" Target="/ppt/slides/slide15.xml" Id="R94da5a2c5a5f4f02" /><Relationship Type="http://schemas.openxmlformats.org/officeDocument/2006/relationships/slide" Target="/ppt/slides/slide16.xml" Id="R861804f55de04db1" /><Relationship Type="http://schemas.openxmlformats.org/officeDocument/2006/relationships/slide" Target="/ppt/slides/slide17.xml" Id="R888c6342bc854a62" /><Relationship Type="http://schemas.openxmlformats.org/officeDocument/2006/relationships/slide" Target="/ppt/slides/slide18.xml" Id="Red67f3a4d74349b8" /><Relationship Type="http://schemas.openxmlformats.org/officeDocument/2006/relationships/slide" Target="/ppt/slides/slide19.xml" Id="Rc5db42823e0f4e17" /><Relationship Type="http://schemas.openxmlformats.org/officeDocument/2006/relationships/slide" Target="/ppt/slides/slide20.xml" Id="R117f20f6ada545d1" /><Relationship Type="http://schemas.openxmlformats.org/officeDocument/2006/relationships/slide" Target="/ppt/slides/slide21.xml" Id="R4dd810a50626472a" /><Relationship Type="http://schemas.openxmlformats.org/officeDocument/2006/relationships/slide" Target="/ppt/slides/slide22.xml" Id="R086f6d5bbbe5403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8.xml" Id="Ra9dd129cb28048d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8.xml><?xml version="1.0" encoding="utf-8"?>
<a:theme xmlns:a="http://schemas.openxmlformats.org/drawingml/2006/main" name="Titel 1">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TUM">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9663fcd760944b8" /><Relationship Type="http://schemas.openxmlformats.org/officeDocument/2006/relationships/notesMaster" Target="/ppt/notesMasters/notesMaster1.xml" Id="R6cae078b230a4edd" /></Relationships>
</file>

<file path=ppt/notesSlides/_rels/notesSlide2.xml.rels>&#65279;<?xml version="1.0" encoding="utf-8"?><Relationships xmlns="http://schemas.openxmlformats.org/package/2006/relationships"><Relationship Type="http://schemas.openxmlformats.org/officeDocument/2006/relationships/slide" Target="/ppt/slides/slide2.xml" Id="R3ef94bfef6824904" /><Relationship Type="http://schemas.openxmlformats.org/officeDocument/2006/relationships/notesMaster" Target="/ppt/notesMasters/notesMaster1.xml" Id="R1bc2684142e54c08" /></Relationships>
</file>

<file path=ppt/notesSlides/_rels/notesSlide3.xml.rels>&#65279;<?xml version="1.0" encoding="utf-8"?><Relationships xmlns="http://schemas.openxmlformats.org/package/2006/relationships"><Relationship Type="http://schemas.openxmlformats.org/officeDocument/2006/relationships/slide" Target="/ppt/slides/slide3.xml" Id="Rb806ebc533e34094" /><Relationship Type="http://schemas.openxmlformats.org/officeDocument/2006/relationships/notesMaster" Target="/ppt/notesMasters/notesMaster1.xml" Id="R73bdb3335aff4b66" /></Relationships>
</file>

<file path=ppt/notesSlides/_rels/notesSlide4.xml.rels>&#65279;<?xml version="1.0" encoding="utf-8"?><Relationships xmlns="http://schemas.openxmlformats.org/package/2006/relationships"><Relationship Type="http://schemas.openxmlformats.org/officeDocument/2006/relationships/slide" Target="/ppt/slides/slide4.xml" Id="Rcdecd6ba11604def" /><Relationship Type="http://schemas.openxmlformats.org/officeDocument/2006/relationships/notesMaster" Target="/ppt/notesMasters/notesMaster1.xml" Id="R435a51fb9db7441a" /></Relationships>
</file>

<file path=ppt/notesSlides/_rels/notesSlide5.xml.rels>&#65279;<?xml version="1.0" encoding="utf-8"?><Relationships xmlns="http://schemas.openxmlformats.org/package/2006/relationships"><Relationship Type="http://schemas.openxmlformats.org/officeDocument/2006/relationships/slide" Target="/ppt/slides/slide5.xml" Id="R23e20e1751b2476e" /><Relationship Type="http://schemas.openxmlformats.org/officeDocument/2006/relationships/notesMaster" Target="/ppt/notesMasters/notesMaster1.xml" Id="Rb3a93fcdfb4845bc" /></Relationships>
</file>

<file path=ppt/notesSlides/_rels/notesSlide6.xml.rels>&#65279;<?xml version="1.0" encoding="utf-8"?><Relationships xmlns="http://schemas.openxmlformats.org/package/2006/relationships"><Relationship Type="http://schemas.openxmlformats.org/officeDocument/2006/relationships/slide" Target="/ppt/slides/slide6.xml" Id="Rf5588b5c9edd4462" /><Relationship Type="http://schemas.openxmlformats.org/officeDocument/2006/relationships/notesMaster" Target="/ppt/notesMasters/notesMaster1.xml" Id="R4747aa9eda7a4f6f" /></Relationships>
</file>

<file path=ppt/notesSlides/_rels/notesSlide7.xml.rels>&#65279;<?xml version="1.0" encoding="utf-8"?><Relationships xmlns="http://schemas.openxmlformats.org/package/2006/relationships"><Relationship Type="http://schemas.openxmlformats.org/officeDocument/2006/relationships/slide" Target="/ppt/slides/slide7.xml" Id="R396fd0b1aeee4e85" /><Relationship Type="http://schemas.openxmlformats.org/officeDocument/2006/relationships/notesMaster" Target="/ppt/notesMasters/notesMaster1.xml" Id="R09b2f81bb4c8440e" /></Relationships>
</file>

<file path=ppt/notesSlides/_rels/notesSlide8.xml.rels>&#65279;<?xml version="1.0" encoding="utf-8"?><Relationships xmlns="http://schemas.openxmlformats.org/package/2006/relationships"><Relationship Type="http://schemas.openxmlformats.org/officeDocument/2006/relationships/slide" Target="/ppt/slides/slide8.xml" Id="R4176205a61d34182" /><Relationship Type="http://schemas.openxmlformats.org/officeDocument/2006/relationships/notesMaster" Target="/ppt/notesMasters/notesMaster1.xml" Id="Rd0b2bcc443af407e" /></Relationships>
</file>

<file path=ppt/notesSlides/_rels/notesSlide9.xml.rels>&#65279;<?xml version="1.0" encoding="utf-8"?><Relationships xmlns="http://schemas.openxmlformats.org/package/2006/relationships"><Relationship Type="http://schemas.openxmlformats.org/officeDocument/2006/relationships/slide" Target="/ppt/slides/slide9.xml" Id="R6e62ab2727564c3e" /><Relationship Type="http://schemas.openxmlformats.org/officeDocument/2006/relationships/notesMaster" Target="/ppt/notesMasters/notesMaster1.xml" Id="R213b84ca64df4dd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be4a64b26a84c10" /><Relationship Type="http://schemas.openxmlformats.org/officeDocument/2006/relationships/notesMaster" Target="/ppt/notesMasters/notesMaster1.xml" Id="Rc111d779b6084eb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2185987decb4de4" /><Relationship Type="http://schemas.openxmlformats.org/officeDocument/2006/relationships/notesMaster" Target="/ppt/notesMasters/notesMaster1.xml" Id="R0a2e83e72d49404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576e6f3261b4a72" /><Relationship Type="http://schemas.openxmlformats.org/officeDocument/2006/relationships/notesMaster" Target="/ppt/notesMasters/notesMaster1.xml" Id="R3fe7ddacccbe44c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043f0bf73f7486a" /><Relationship Type="http://schemas.openxmlformats.org/officeDocument/2006/relationships/notesMaster" Target="/ppt/notesMasters/notesMaster1.xml" Id="R37b74eb3115b4d7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048a154ea5e4e35" /><Relationship Type="http://schemas.openxmlformats.org/officeDocument/2006/relationships/notesMaster" Target="/ppt/notesMasters/notesMaster1.xml" Id="R3b277cddd96442a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260d9ae14164970" /><Relationship Type="http://schemas.openxmlformats.org/officeDocument/2006/relationships/notesMaster" Target="/ppt/notesMasters/notesMaster1.xml" Id="Rd94cff188f0c473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bb3aeb7d5584038" /><Relationship Type="http://schemas.openxmlformats.org/officeDocument/2006/relationships/notesMaster" Target="/ppt/notesMasters/notesMaster1.xml" Id="R940daf06e10044d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3f9ca53ea2f44e9" /><Relationship Type="http://schemas.openxmlformats.org/officeDocument/2006/relationships/notesMaster" Target="/ppt/notesMasters/notesMaster1.xml" Id="R8299515d0c03499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720ebfe4c224043" /><Relationship Type="http://schemas.openxmlformats.org/officeDocument/2006/relationships/notesMaster" Target="/ppt/notesMasters/notesMaster1.xml" Id="R2f3c360d6e0a4c0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417526010744f17" /><Relationship Type="http://schemas.openxmlformats.org/officeDocument/2006/relationships/notesMaster" Target="/ppt/notesMasters/notesMaster1.xml" Id="R0ae7b550b34244b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0480f6bc9b345ed" /><Relationship Type="http://schemas.openxmlformats.org/officeDocument/2006/relationships/notesMaster" Target="/ppt/notesMasters/notesMaster1.xml" Id="R699e55781062498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c53d68995774186" /><Relationship Type="http://schemas.openxmlformats.org/officeDocument/2006/relationships/notesMaster" Target="/ppt/notesMasters/notesMaster1.xml" Id="R60c7d4201c7b4f4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78277c6b0e34115" /><Relationship Type="http://schemas.openxmlformats.org/officeDocument/2006/relationships/notesMaster" Target="/ppt/notesMasters/notesMaster1.xml" Id="Rfad49ae082824df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A | Slide 1 | 35 seconds</a:t>
            </a:r>
            <a:endParaRPr/>
          </a:p>
          <a:p xmlns:a="http://schemas.openxmlformats.org/drawingml/2006/main">
            <a:r>
              <a:t/>
            </a:r>
            <a:endParaRPr/>
          </a:p>
          <a:p xmlns:a="http://schemas.openxmlformats.org/drawingml/2006/main">
            <a:r>
              <a:t>Good afternoon. We are Group 8, and this is AILamp, our expressive robotic desk lamp built around a Jetson Nano. The idea is to let a familiar object communicate through movement. Today, we will explain our mechanical and software work, show the physical prototype in action, and discuss what we learned about controlling a real mechanism. My teammate and I will share the presentation.</a:t>
            </a:r>
            <a:endParaRPr/>
          </a:p>
          <a:p xmlns:a="http://schemas.openxmlformats.org/drawingml/2006/main">
            <a:r>
              <a:t/>
            </a:r>
            <a:endParaRPr/>
          </a:p>
          <a:p xmlns:a="http://schemas.openxmlformats.org/drawingml/2006/main">
            <a:r>
              <a:t>中文提示：开场看观众。关键词是 expressive motion 和 physical prototype，不把台灯介绍成已完成的自主语音机器人。</a:t>
            </a:r>
            <a:endParaRPr/>
          </a:p>
          <a:p xmlns:a="http://schemas.openxmlformats.org/drawingml/2006/main">
            <a:r>
              <a:t>操作提示：</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A | Slide 2 | 50 seconds</a:t>
            </a:r>
          </a:p>
          <a:p xmlns:a="http://schemas.openxmlformats.org/drawingml/2006/main">
            <a:r>
              <a:t/>
            </a:r>
          </a:p>
          <a:p xmlns:a="http://schemas.openxmlformats.org/drawingml/2006/main">
            <a:r>
              <a:t>A normal desk lamp changes where light falls. A moving lamp can also suggest attention or a response. For example, a small nod can look like acknowledgment, while a tilted posture can suggest curiosity. Research such as ELEGNT helped motivate this direction.</a:t>
            </a:r>
          </a:p>
          <a:p xmlns:a="http://schemas.openxmlformats.org/drawingml/2006/main">
            <a:r>
              <a:t/>
            </a:r>
          </a:p>
          <a:p xmlns:a="http://schemas.openxmlformats.org/drawingml/2006/main">
            <a:r>
              <a:t>We chose a five-axis mechanism so that several joints could contribute to an expression. Our practical goal was to adapt the platform to Jetson Nano and make selected gestures easy to run, inspect and repeat. The current operator selects those gestures through a control interface.</a:t>
            </a:r>
          </a:p>
          <a:p xmlns:a="http://schemas.openxmlformats.org/drawingml/2006/main">
            <a:r>
              <a:t/>
            </a:r>
          </a:p>
          <a:p xmlns:a="http://schemas.openxmlformats.org/drawingml/2006/main">
            <a:r>
              <a:t>中文提示：用点头和好奇两个例子解释“表达”，不要把动作名称说成情绪识别结果。</a:t>
            </a:r>
          </a:p>
          <a:p xmlns:a="http://schemas.openxmlformats.org/drawingml/2006/main">
            <a:r>
              <a:t>操作提示：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A | Slide 3 | 50 seconds</a:t>
            </a:r>
          </a:p>
          <a:p xmlns:a="http://schemas.openxmlformats.org/drawingml/2006/main">
            <a:r>
              <a:t/>
            </a:r>
          </a:p>
          <a:p xmlns:a="http://schemas.openxmlformats.org/drawingml/2006/main">
            <a:r>
              <a:t>Our starting point is LeLamp, the open-source project from Human Computer Lab. We use its mechanical baseline, robot model and reference motion recordings, and we keep that attribution explicit.</a:t>
            </a:r>
          </a:p>
          <a:p xmlns:a="http://schemas.openxmlformats.org/drawingml/2006/main">
            <a:r>
              <a:t/>
            </a:r>
          </a:p>
          <a:p xmlns:a="http://schemas.openxmlformats.org/drawingml/2006/main">
            <a:r>
              <a:t>Our contribution is the Jetson integration, a replacement base design, and the action control workflow. The console lets an operator select a gesture, save poses and return home. We also adapted recordings to a user-defined home position. This distinction matters: the original platform gives us a strong starting point, while our work makes it usable in our own hardware setup.</a:t>
            </a:r>
          </a:p>
          <a:p xmlns:a="http://schemas.openxmlformats.org/drawingml/2006/main">
            <a:r>
              <a:t/>
            </a:r>
          </a:p>
          <a:p xmlns:a="http://schemas.openxmlformats.org/drawingml/2006/main">
            <a:r>
              <a:t>中文提示：左边讲继承，右边讲自己的贡献。不要说机械、模型和所有动作都从零原创。</a:t>
            </a:r>
          </a:p>
          <a:p xmlns:a="http://schemas.openxmlformats.org/drawingml/2006/main">
            <a:r>
              <a:t>操作提示：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A | Slide 4 | 40 seconds</a:t>
            </a:r>
          </a:p>
          <a:p xmlns:a="http://schemas.openxmlformats.org/drawingml/2006/main">
            <a:r>
              <a:t/>
            </a:r>
          </a:p>
          <a:p xmlns:a="http://schemas.openxmlformats.org/drawingml/2006/main">
            <a:r>
              <a:t>Before commanding a motion, we need to understand where the mechanism can move. A robot model lets us sample joint configurations and use forward kinematics to inspect possible lamp positions.</a:t>
            </a:r>
          </a:p>
          <a:p xmlns:a="http://schemas.openxmlformats.org/drawingml/2006/main">
            <a:r>
              <a:t/>
            </a:r>
          </a:p>
          <a:p xmlns:a="http://schemas.openxmlformats.org/drawingml/2006/main">
            <a:r>
              <a:t>This is useful for planning and spotting obvious problems. However, the result depends on the model and joint limits, and a sampled workspace does not cover every physical situation. We therefore combine model inspection with checks on the assembled lamp, especially for clearance, cables and load.</a:t>
            </a:r>
          </a:p>
          <a:p xmlns:a="http://schemas.openxmlformats.org/drawingml/2006/main">
            <a:r>
              <a:t/>
            </a:r>
          </a:p>
          <a:p xmlns:a="http://schemas.openxmlformats.org/drawingml/2006/main">
            <a:r>
              <a:t>中文提示：指向图中关节范围和运动学步骤。结论是“帮助检查”，不说已经证明无碰撞。</a:t>
            </a:r>
          </a:p>
          <a:p xmlns:a="http://schemas.openxmlformats.org/drawingml/2006/main">
            <a:r>
              <a:t>操作提示：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A | Slide 5 | 50 seconds</a:t>
            </a:r>
          </a:p>
          <a:p xmlns:a="http://schemas.openxmlformats.org/drawingml/2006/main">
            <a:r>
              <a:t/>
            </a:r>
          </a:p>
          <a:p xmlns:a="http://schemas.openxmlformats.org/drawingml/2006/main">
            <a:r>
              <a:t>The controller needs a consistent meaning for every position command. This figure shows raw encoder ranges from the calibration file. The recordings use normalized values between minus one hundred and one hundred. These values are not degrees.</a:t>
            </a:r>
          </a:p>
          <a:p xmlns:a="http://schemas.openxmlformats.org/drawingml/2006/main">
            <a:r>
              <a:t/>
            </a:r>
          </a:p>
          <a:p xmlns:a="http://schemas.openxmlformats.org/drawingml/2006/main">
            <a:r>
              <a:t>Before playback, we validate the calibration and the target positions. We also distinguish two operations that sound similar. Stop cancels the remaining motion and tries to hold the measured position. Release switches off motor torque, so the arm must be supported. That distinction became particularly important during manual pose teaching and fault recovery.</a:t>
            </a:r>
          </a:p>
          <a:p xmlns:a="http://schemas.openxmlformats.org/drawingml/2006/main">
            <a:r>
              <a:t/>
            </a:r>
          </a:p>
          <a:p xmlns:a="http://schemas.openxmlformats.org/drawingml/2006/main">
            <a:r>
              <a:t>中文提示：不要逐个读范围数字。停住保持和释放卸力是本页重点，可用手势表达两个状态。</a:t>
            </a:r>
          </a:p>
          <a:p xmlns:a="http://schemas.openxmlformats.org/drawingml/2006/main">
            <a:r>
              <a:t>操作提示：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A | Slide 6 | 40 seconds</a:t>
            </a:r>
          </a:p>
          <a:p xmlns:a="http://schemas.openxmlformats.org/drawingml/2006/main">
            <a:r>
              <a:t/>
            </a:r>
          </a:p>
          <a:p xmlns:a="http://schemas.openxmlformats.org/drawingml/2006/main">
            <a:r>
              <a:t>The state diagram summarizes how the operator gains control of the lamp. Connecting first reads the device state. Enabling the motors is a separate step. Once the lamp is ready, the operator can play a gesture or return to a saved pose.</a:t>
            </a:r>
          </a:p>
          <a:p xmlns:a="http://schemas.openxmlformats.org/drawingml/2006/main">
            <a:r>
              <a:t/>
            </a:r>
          </a:p>
          <a:p xmlns:a="http://schemas.openxmlformats.org/drawingml/2006/main">
            <a:r>
              <a:t>Feedback tells us whether the motors actually reached the target. If something goes wrong, the controller stops the sequence and reports the problem. Recovery depends on the fault. This gives us a concrete example of state management: being connected, being enabled and actively moving are different conditions.</a:t>
            </a:r>
          </a:p>
          <a:p xmlns:a="http://schemas.openxmlformats.org/drawingml/2006/main">
            <a:r>
              <a:t/>
            </a:r>
          </a:p>
          <a:p xmlns:a="http://schemas.openxmlformats.org/drawingml/2006/main">
            <a:r>
              <a:t>中文提示：沿图从左到右讲，避免逐个念英文框。图是概念流程，不称形式化验证结果。</a:t>
            </a:r>
          </a:p>
          <a:p xmlns:a="http://schemas.openxmlformats.org/drawingml/2006/main">
            <a:r>
              <a:t>操作提示：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A | Slide 7 | 45 seconds</a:t>
            </a:r>
          </a:p>
          <a:p xmlns:a="http://schemas.openxmlformats.org/drawingml/2006/main">
            <a:r>
              <a:t/>
            </a:r>
          </a:p>
          <a:p xmlns:a="http://schemas.openxmlformats.org/drawingml/2006/main">
            <a:r>
              <a:t>For everyday operation, the workflow is simple. We save a home pose once, choose an action, and use the return-home button before choosing the next action. Returning home can also interrupt a gesture that is still playing.</a:t>
            </a:r>
          </a:p>
          <a:p xmlns:a="http://schemas.openxmlformats.org/drawingml/2006/main">
            <a:r>
              <a:t/>
            </a:r>
          </a:p>
          <a:p xmlns:a="http://schemas.openxmlformats.org/drawingml/2006/main">
            <a:r>
              <a:t>The saved poses remain available after a restart. We keep home, rest and awake separate because they serve different purposes. Home is the common reference for ordinary gestures. Rest and awake are specific poses taught by the operator. The browser console exposes these functions without requiring a new command-line instruction each time.</a:t>
            </a:r>
          </a:p>
          <a:p xmlns:a="http://schemas.openxmlformats.org/drawingml/2006/main">
            <a:r>
              <a:t/>
            </a:r>
          </a:p>
          <a:p xmlns:a="http://schemas.openxmlformats.org/drawingml/2006/main">
            <a:r>
              <a:t>中文提示：指表格并讲一轮实际操作。归位不是释放，不需要每个动作后重新使能。</a:t>
            </a:r>
          </a:p>
          <a:p xmlns:a="http://schemas.openxmlformats.org/drawingml/2006/main">
            <a:r>
              <a:t>操作提示：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A | Slide 8 | 40 seconds</a:t>
            </a:r>
          </a:p>
          <a:p xmlns:a="http://schemas.openxmlformats.org/drawingml/2006/main">
            <a:r>
              <a:t/>
            </a:r>
          </a:p>
          <a:p xmlns:a="http://schemas.openxmlformats.org/drawingml/2006/main">
            <a:r>
              <a:t>Moving to Jetson also changes the mechanical integration. The board and its connections need a different layout from the Raspberry Pi baseline. We designed a replacement shell and cover, with space for ventilation and cable routing. Source scripts generate the design files so that we can revise them consistently.</a:t>
            </a:r>
          </a:p>
          <a:p xmlns:a="http://schemas.openxmlformats.org/drawingml/2006/main">
            <a:r>
              <a:t/>
            </a:r>
          </a:p>
          <a:p xmlns:a="http://schemas.openxmlformats.org/drawingml/2006/main">
            <a:r>
              <a:t>The images distinguish the upstream base from our replacement design. Our assembled prototype still has external wiring, so cable management remains part of the refinement work.</a:t>
            </a:r>
          </a:p>
          <a:p xmlns:a="http://schemas.openxmlformats.org/drawingml/2006/main">
            <a:r>
              <a:t/>
            </a:r>
          </a:p>
          <a:p xmlns:a="http://schemas.openxmlformats.org/drawingml/2006/main">
            <a:r>
              <a:t>That covers the physical platform. My teammate will now explain the control software and show the demonstration.</a:t>
            </a:r>
          </a:p>
          <a:p xmlns:a="http://schemas.openxmlformats.org/drawingml/2006/main">
            <a:r>
              <a:t/>
            </a:r>
          </a:p>
          <a:p xmlns:a="http://schemas.openxmlformats.org/drawingml/2006/main">
            <a:r>
              <a:t>中文提示：图片是上游底座与替换件设计；视频才是本组实物。交接后停顿，让女生自然接话。</a:t>
            </a:r>
          </a:p>
          <a:p xmlns:a="http://schemas.openxmlformats.org/drawingml/2006/main">
            <a:r>
              <a:t>操作提示：最后一句后切到第 9 页，女生接讲。</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B | Slide 9 | 45 seconds</a:t>
            </a:r>
          </a:p>
          <a:p xmlns:a="http://schemas.openxmlformats.org/drawingml/2006/main">
            <a:r>
              <a:t/>
            </a:r>
          </a:p>
          <a:p xmlns:a="http://schemas.openxmlformats.org/drawingml/2006/main">
            <a:r>
              <a:t>Thank you. I will now explain how an operator request becomes a motor action. The browser console runs on the Jetson Nano. It passes the selected action to the executor, which uses a recording, the calibration and the saved poses to prepare joint targets.</a:t>
            </a:r>
          </a:p>
          <a:p xmlns:a="http://schemas.openxmlformats.org/drawingml/2006/main">
            <a:r>
              <a:t/>
            </a:r>
          </a:p>
          <a:p xmlns:a="http://schemas.openxmlformats.org/drawingml/2006/main">
            <a:r>
              <a:t>One worker controls the motor bus and coordinates feedback from the five servos. Keeping a single owner helps prevent competing commands. This architecture also gives us a clear integration point for future inputs: a recognized voice command could request the same validated action that a button requests today.</a:t>
            </a:r>
          </a:p>
          <a:p xmlns:a="http://schemas.openxmlformats.org/drawingml/2006/main">
            <a:r>
              <a:t/>
            </a:r>
          </a:p>
          <a:p xmlns:a="http://schemas.openxmlformats.org/drawingml/2006/main">
            <a:r>
              <a:t>中文提示：开头接住男生最后一句。沿控制台、执行器、电机讲清信息路径，不念全部模块名称。</a:t>
            </a:r>
          </a:p>
          <a:p xmlns:a="http://schemas.openxmlformats.org/drawingml/2006/main">
            <a:r>
              <a:t>操作提示：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B | Slide 10 | 45 seconds</a:t>
            </a:r>
          </a:p>
          <a:p xmlns:a="http://schemas.openxmlformats.org/drawingml/2006/main">
            <a:r>
              <a:t/>
            </a:r>
          </a:p>
          <a:p xmlns:a="http://schemas.openxmlformats.org/drawingml/2006/main">
            <a:r>
              <a:t>The main operating loop is shown here. First, the operator saves a suitable home pose and enables the lamp. Then they choose an action. After the gesture, they can return home and select another action without teaching the pose again.</a:t>
            </a:r>
          </a:p>
          <a:p xmlns:a="http://schemas.openxmlformats.org/drawingml/2006/main">
            <a:r>
              <a:t/>
            </a:r>
          </a:p>
          <a:p xmlns:a="http://schemas.openxmlformats.org/drawingml/2006/main">
            <a:r>
              <a:t>We learned that returning home is also a feedback problem. Sending the home command does not prove arrival. The console reports an incomplete return separately. It allows further selection only after the relevant checks confirm a stable hold, while position and communication faults remain blocking conditions.</a:t>
            </a:r>
          </a:p>
          <a:p xmlns:a="http://schemas.openxmlformats.org/drawingml/2006/main">
            <a:r>
              <a:t/>
            </a:r>
          </a:p>
          <a:p xmlns:a="http://schemas.openxmlformats.org/drawingml/2006/main">
            <a:r>
              <a:t>中文提示：强调“发出命令”和“实际到位”不同。不要声称目前归位已无误差或每次都完全到位。</a:t>
            </a:r>
          </a:p>
          <a:p xmlns:a="http://schemas.openxmlformats.org/drawingml/2006/main">
            <a:r>
              <a:t>操作提示：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B | Slide 11 | 50 seconds</a:t>
            </a:r>
          </a:p>
          <a:p xmlns:a="http://schemas.openxmlformats.org/drawingml/2006/main">
            <a:r>
              <a:t/>
            </a:r>
          </a:p>
          <a:p xmlns:a="http://schemas.openxmlformats.org/drawingml/2006/main">
            <a:r>
              <a:t>The source recordings contain five joint targets per frame, sampled at thirty hertz. Initially, each recording retained its own starting pose. That caused an unwanted effect: the lamp first moved toward an old recorded posture before performing the selected gesture.</a:t>
            </a:r>
          </a:p>
          <a:p xmlns:a="http://schemas.openxmlformats.org/drawingml/2006/main">
            <a:r>
              <a:t/>
            </a:r>
          </a:p>
          <a:p xmlns:a="http://schemas.openxmlformats.org/drawingml/2006/main">
            <a:r>
              <a:t>We changed the ordinary playback path to preserve the movement relative to the first frame, while anchoring it at the user's home pose. The formula on this slide expresses that translation. We check the complete converted trajectory before sending it. These frames from our simulation video show wake-up, curiosity and scanning. The physical demonstration follows in two slides.</a:t>
            </a:r>
          </a:p>
          <a:p xmlns:a="http://schemas.openxmlformats.org/drawingml/2006/main">
            <a:r>
              <a:t/>
            </a:r>
          </a:p>
          <a:p xmlns:a="http://schemas.openxmlformats.org/drawingml/2006/main">
            <a:r>
              <a:t>中文提示：指向新视频的三张截图：唤醒、好奇、扫视。截图是仿真效果；口头解释公式，不逐字读符号。相对关节变化不保证动作观感完全相同。</a:t>
            </a:r>
          </a:p>
          <a:p xmlns:a="http://schemas.openxmlformats.org/drawingml/2006/main">
            <a:r>
              <a:t>操作提示：</a:t>
            </a:r>
          </a:p>
          <a:p xmlns:a="http://schemas.openxmlformats.org/drawingml/2006/main">
            <a:r>
              <a:t>Visual source: supplied simulation video a3caaa4ef8d272cafad7368aa2e84334.mp4; frames 6s, 11s, 29s; LeLamp model (GPL-3.0).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B | Slide 12 | 85 seconds</a:t>
            </a:r>
          </a:p>
          <a:p xmlns:a="http://schemas.openxmlformats.org/drawingml/2006/main">
            <a:r>
              <a:t/>
            </a:r>
          </a:p>
          <a:p xmlns:a="http://schemas.openxmlformats.org/drawingml/2006/main">
            <a:r>
              <a:t>We separate software evidence from physical observations. The source library contains thirteen recordings and five thousand four hundred and eighty-eight frames. The checks cover calibration, position bounds, interruption, saved poses and relative trajectory conversion.</a:t>
            </a:r>
          </a:p>
          <a:p xmlns:a="http://schemas.openxmlformats.org/drawingml/2006/main">
            <a:r>
              <a:t/>
            </a:r>
          </a:p>
          <a:p xmlns:a="http://schemas.openxmlformats.org/drawingml/2006/main">
            <a:r>
              <a:t>The plots here show requested positions from source recordings. They are not measurements of motor accuracy. We now also have a recording of the physical prototype moving. During testing, we observed incomplete returns and differences between commanded and measured positions. Those observations guide further tuning instead of being hidden by the software results.</a:t>
            </a:r>
          </a:p>
          <a:p xmlns:a="http://schemas.openxmlformats.org/drawingml/2006/main">
            <a:r>
              <a:t/>
            </a:r>
          </a:p>
          <a:p xmlns:a="http://schemas.openxmlformats.org/drawingml/2006/main">
            <a:r>
              <a:t>We will now show the physical prototype first, followed immediately by the simulation animation. Together, the two clips last about two minutes and eighteen seconds.</a:t>
            </a:r>
          </a:p>
          <a:p xmlns:a="http://schemas.openxmlformats.org/drawingml/2006/main">
            <a:r>
              <a:t/>
            </a:r>
          </a:p>
          <a:p xmlns:a="http://schemas.openxmlformats.org/drawingml/2006/main">
            <a:r>
              <a:t>Before we play them, one clarification: the spoken interaction in the physical clip illustrates our intended voice-control scenario. The actual motor actions were triggered through the control console. Speech recognition is not yet connected to the motor controller.</a:t>
            </a:r>
          </a:p>
          <a:p xmlns:a="http://schemas.openxmlformats.org/drawingml/2006/main">
            <a:r>
              <a:t/>
            </a:r>
          </a:p>
          <a:p xmlns:a="http://schemas.openxmlformats.org/drawingml/2006/main">
            <a:r>
              <a:t>中文提示：图是源指令，不是实测误差曲线。视频证明实物运动，不把它当作最新相对轨迹算法的逐项验收。</a:t>
            </a:r>
          </a:p>
          <a:p xmlns:a="http://schemas.openxmlformats.org/drawingml/2006/main">
            <a:r>
              <a:t>操作提示：说完视频开场说明后再切第 13 页，视频会自动播放。</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B | Slide 13 | 150 seconds</a:t>
            </a:r>
          </a:p>
          <a:p xmlns:a="http://schemas.openxmlformats.org/drawingml/2006/main">
            <a:r>
              <a:t/>
            </a:r>
          </a:p>
          <a:p xmlns:a="http://schemas.openxmlformats.org/drawingml/2006/main">
            <a:r>
              <a:t>[The combined video starts automatically on entering this slide. Physical demo first, simulation second. Do not speak over it.]</a:t>
            </a:r>
          </a:p>
          <a:p xmlns:a="http://schemas.openxmlformats.org/drawingml/2006/main">
            <a:r>
              <a:t/>
            </a:r>
          </a:p>
          <a:p xmlns:a="http://schemas.openxmlformats.org/drawingml/2006/main">
            <a:r>
              <a:t>The physical clip shows the assembled mechanism moving. The animation makes the intended gestures easier to compare. Our next step is reliable, automatic input-to-action control.</a:t>
            </a:r>
          </a:p>
          <a:p xmlns:a="http://schemas.openxmlformats.org/drawingml/2006/main">
            <a:r>
              <a:t/>
            </a:r>
          </a:p>
          <a:p xmlns:a="http://schemas.openxmlformats.org/drawingml/2006/main">
            <a:r>
              <a:t>中文提示：第 12 页末已介绍视频。此页自动播放：实物约 92 秒，再接无声仿真约 46 秒，共约 2:18。视频播放时不讲话；结束后再收尾。</a:t>
            </a:r>
          </a:p>
          <a:p xmlns:a="http://schemas.openxmlformats.org/drawingml/2006/main">
            <a:r>
              <a:t>操作提示：进入第 13 页后自动连续播放两段，无须点击封面。不要在第一段结束时翻页；全部播完后，女生说最后一段，再切第 14 页。</a:t>
            </a:r>
          </a:p>
          <a:p xmlns:a="http://schemas.openxmlformats.org/drawingml/2006/main">
            <a:r>
              <a:t>Video sources: user-supplied physical demonstration followed by simulation. 138.07 seconds. Autoplay; no visible cover. Voice scenario is simulated, physical motion is console-triggered.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B | Slide 14 | 45 seconds</a:t>
            </a:r>
          </a:p>
          <a:p xmlns:a="http://schemas.openxmlformats.org/drawingml/2006/main">
            <a:r>
              <a:t/>
            </a:r>
          </a:p>
          <a:p xmlns:a="http://schemas.openxmlformats.org/drawingml/2006/main">
            <a:r>
              <a:t>Several course concepts became tangible in this project. The software sends sampled targets, while the motors move continuously through their own position controllers. That gives us a hybrid-system perspective.</a:t>
            </a:r>
          </a:p>
          <a:p xmlns:a="http://schemas.openxmlformats.org/drawingml/2006/main">
            <a:r>
              <a:t/>
            </a:r>
          </a:p>
          <a:p xmlns:a="http://schemas.openxmlformats.org/drawingml/2006/main">
            <a:r>
              <a:t>The shared communication bus makes command ownership and timing important. Calibration, load and motor dead band explain why requested and measured positions can differ. State management then determines what the system may do next. Our most useful lesson is that a successful software command and a successful physical action are separate events, and the controller needs evidence for both.</a:t>
            </a:r>
          </a:p>
          <a:p xmlns:a="http://schemas.openxmlformats.org/drawingml/2006/main">
            <a:r>
              <a:t/>
            </a:r>
          </a:p>
          <a:p xmlns:a="http://schemas.openxmlformats.org/drawingml/2006/main">
            <a:r>
              <a:t>中文提示：挑课程概念与实际问题的对应关系讲，不背术语清单。dead band 发音可读成 “dead band”。</a:t>
            </a:r>
          </a:p>
          <a:p xmlns:a="http://schemas.openxmlformats.org/drawingml/2006/main">
            <a:r>
              <a:t>操作提示：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B | Slide 15 | 30 seconds</a:t>
            </a:r>
          </a:p>
          <a:p xmlns:a="http://schemas.openxmlformats.org/drawingml/2006/main">
            <a:r>
              <a:t/>
            </a:r>
          </a:p>
          <a:p xmlns:a="http://schemas.openxmlformats.org/drawingml/2006/main">
            <a:r>
              <a:t>Our current result is a deployed action console, saved poses and a physical gesture demonstration. We have also implemented home-relative playback to remove the old starting-pose transition.</a:t>
            </a:r>
          </a:p>
          <a:p xmlns:a="http://schemas.openxmlformats.org/drawingml/2006/main">
            <a:r>
              <a:t/>
            </a:r>
          </a:p>
          <a:p xmlns:a="http://schemas.openxmlformats.org/drawingml/2006/main">
            <a:r>
              <a:t>The next priorities are reliable voice-to-action integration, better repeatability when returning home, and gesture tuning on the assembled lamp. Vision and lighting remain part of the wider project, with their integration still to be completed.</a:t>
            </a:r>
          </a:p>
          <a:p xmlns:a="http://schemas.openxmlformats.org/drawingml/2006/main">
            <a:r>
              <a:t/>
            </a:r>
          </a:p>
          <a:p xmlns:a="http://schemas.openxmlformats.org/drawingml/2006/main">
            <a:r>
              <a:t>中文提示：左边已做，右边后续。不要临时承诺“所有模块都已完成”或给未经测试的成功率。</a:t>
            </a:r>
          </a:p>
          <a:p xmlns:a="http://schemas.openxmlformats.org/drawingml/2006/main">
            <a:r>
              <a:t>操作提示：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B | Slide 16 | 30 seconds</a:t>
            </a:r>
          </a:p>
          <a:p xmlns:a="http://schemas.openxmlformats.org/drawingml/2006/main">
            <a:r>
              <a:t/>
            </a:r>
          </a:p>
          <a:p xmlns:a="http://schemas.openxmlformats.org/drawingml/2006/main">
            <a:r>
              <a:t>To conclude, we adapted LeLamp to a Jetson Nano setup and built a console for expressive movement. The prototype can perform physical gestures, while saved poses make its operation easier to repeat.</a:t>
            </a:r>
          </a:p>
          <a:p xmlns:a="http://schemas.openxmlformats.org/drawingml/2006/main">
            <a:r>
              <a:t/>
            </a:r>
          </a:p>
          <a:p xmlns:a="http://schemas.openxmlformats.org/drawingml/2006/main">
            <a:r>
              <a:t>The work also showed us why calibration, feedback and clear execution states matter in a cyber-physical system. We now have a practical base for connecting real voice input and improving reliability. Thank you for your attention. We are happy to take questions.</a:t>
            </a:r>
          </a:p>
          <a:p xmlns:a="http://schemas.openxmlformats.org/drawingml/2006/main">
            <a:r>
              <a:t/>
            </a:r>
          </a:p>
          <a:p xmlns:a="http://schemas.openxmlformats.org/drawingml/2006/main">
            <a:r>
              <a:t>中文提示：讲完停在结论页看观众。第 17–22 页是备用资料，不继续逐页讲。</a:t>
            </a:r>
          </a:p>
          <a:p xmlns:a="http://schemas.openxmlformats.org/drawingml/2006/main">
            <a:r>
              <a:t>操作提示：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only. LeLamp, Human Computer Lab: https://github.com/humancomputerlab/LeLamp . ELEGNT: listed in the original project reference deck. Lee and Seshia: Introduction to Embedded Systems. This slide credits the inherited mechanics, model and recordings. The team supplied the physical demonstration video.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only. If asked whether voice is implemented: the video stages the intended voice-triggered interaction. Actual motor actions came from the control console. Existing voice and vision prototypes have not been connected and jointly validated with the current motor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only. The current controller is Jetson Nano 4 GB, with five ST3215 servos and a USB-connected bus driver. The wider project BOM includes audio, vision and lighting parts. Their presence in the BOM is not evidence of completed integration.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only. Tests validate software behavior and accepted inputs. They do not establish collision clearance, load capacity, positioning accuracy, or a measured hardware success rate. Reference library: 13 CSV recordings and 5,488 frames. Simulation and physical evidence must be distinguished.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only. The dated project notes and this session document deployment, pose teaching, return-home handling, relative trajectory conversion and physical video preparation. Dates in this slide summarize that development sequence.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print plate is an upstream LeLamp image. Replacement shell/cover designs are project-generated. Keep the original arm, head and diffuser attribution.</a:t>
            </a:r>
          </a:p>
          <a:p xmlns:a="http://schemas.openxmlformats.org/drawingml/2006/main">
            <a:r>
              <a:t/>
            </a:r>
          </a:p>
          <a:p xmlns:a="http://schemas.openxmlformats.org/drawingml/2006/main">
            <a:r>
              <a:t>Sources: project handover 00_接手必读.md; 交接资料/当前状态与下一步.md; AILamp/output/motor_demo/离线验证报告_20260908.md; AILamp/docs/zh/五轴电机实验CLI.md; current motor_cli.py and services/motor_runtime.py. Preflight rerun 2026-09-09. The 327 test result is reported from 2026-09-08, not rerun for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003ba74051341b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2.xml" Id="R1a7e8e994de84c8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3.xml" Id="R623e119581a546e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4.xml" Id="R5b0662712854407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4.xml" Id="R3b3cf446dcff42d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4.xml" Id="Rf3d881f1b3584dce"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4.xml" Id="Re7892a047db44d6e"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4.xml" Id="R14d1f41a28dc45ae"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4.xml" Id="R8f7b92e6e9814f5b"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4.xml" Id="R80c097068e804558"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4.xml" Id="Rb655da8573c641af"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5.xml" Id="R92482e5b251943cd"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6.xml" Id="R43f3011ca5734c8b" /></Relationships>
</file>

<file path=ppt/slideLayouts/slideLayout1.xml><?xml version="1.0" encoding="utf-8"?>
<p:sldLayout xmlns:p="http://schemas.openxmlformats.org/presentationml/2006/main" preserve="1" userDrawn="1">
  <p:cSld name="Start">
    <p:spTree>
      <p:nvGrpSpPr>
        <p:cNvPr id="1" name=""/>
        <p:cNvGrpSpPr/>
        <p:nvPr/>
      </p:nvGrpSpPr>
      <p:grpSpPr>
        <a:xfrm xmlns:a="http://schemas.openxmlformats.org/drawingml/2006/main"/>
      </p:grpSpPr>
      <p:sp>
        <p:nvSpPr>
          <p:cNvPr id="12" name="Titel 1">
            <a:extLst xmlns:a="http://schemas.openxmlformats.org/drawingml/2006/main">
              <a:ext uri="{FF2B5EF4-FFF2-40B4-BE49-F238E27FC236}">
                <a16:creationId xmlns:a16="http://schemas.microsoft.com/office/drawing/2014/main" id="{C8F23B06-16BE-4A26-ABDB-0AB7EF334D02}"/>
              </a:ext>
            </a:extLst>
          </p:cNvPr>
          <p:cNvSpPr>
            <a:spLocks xmlns:a="http://schemas.openxmlformats.org/drawingml/2006/main" noGrp="1"/>
          </p:cNvSpPr>
          <p:nvPr>
            <p:ph type="title" idx="0" hasCustomPrompt="1"/>
          </p:nvPr>
        </p:nvSpPr>
        <p:spPr>
          <a:xfrm xmlns:a="http://schemas.openxmlformats.org/drawingml/2006/main">
            <a:off x="319090" y="972000"/>
            <a:ext cx="8508999" cy="383381"/>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vert="horz" wrap="square" lIns="0" tIns="0" rIns="0" bIns="0" anchor="t"/>
          <a:lstStyle xmlns:a="http://schemas.openxmlformats.org/drawingml/2006/main">
            <a:lvl1pPr>
              <a:lnSpc>
                <a:spcPts val="3200"/>
              </a:lnSpc>
              <a:buNone/>
              <a:defRPr sz="2500"/>
            </a:lvl1pPr>
          </a:lstStyle>
          <a:p xmlns:a="http://schemas.openxmlformats.org/drawingml/2006/main">
            <a:pPr lvl="0">
              <a:buNone/>
            </a:pPr>
            <a:r>
              <a:t>Titel der Präsentation durch Klicken bearbeiten</a:t>
            </a:r>
          </a:p>
        </p:txBody>
      </p:sp>
      <p:sp>
        <p:nvSpPr>
          <p:cNvPr id="16" name="Inhaltsplatzhalter 2">
            <a:extLst xmlns:a="http://schemas.openxmlformats.org/drawingml/2006/main">
              <a:ext uri="{FF2B5EF4-FFF2-40B4-BE49-F238E27FC236}">
                <a16:creationId xmlns:a16="http://schemas.microsoft.com/office/drawing/2014/main" id="{56638E65-7F0B-475E-B889-2C732231E372}"/>
              </a:ext>
            </a:extLst>
          </p:cNvPr>
          <p:cNvSpPr>
            <a:spLocks xmlns:a="http://schemas.openxmlformats.org/drawingml/2006/main" noGrp="1"/>
          </p:cNvSpPr>
          <p:nvPr>
            <p:ph idx="10" hasCustomPrompt="1"/>
          </p:nvPr>
        </p:nvSpPr>
        <p:spPr>
          <a:xfrm xmlns:a="http://schemas.openxmlformats.org/drawingml/2006/main">
            <a:off x="319088" y="1484040"/>
            <a:ext cx="8508999" cy="955594"/>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vert="horz" wrap="square" lIns="0" tIns="0" rIns="0" bIns="0" anchor="t"/>
          <a:lstStyle xmlns:a="http://schemas.openxmlformats.org/drawingml/2006/main">
            <a:lvl1pPr>
              <a:lnSpc>
                <a:spcPct val="150000"/>
              </a:lnSpc>
              <a:buNone/>
              <a:defRPr sz="1400" baseline="0"/>
            </a:lvl1pPr>
            <a:lvl2pPr>
              <a:buNone/>
              <a:defRPr/>
            </a:lvl2pPr>
          </a:lstStyle>
          <a:p xmlns:a="http://schemas.openxmlformats.org/drawingml/2006/main">
            <a:pPr lvl="0">
              <a:buNone/>
            </a:pPr>
            <a:r>
              <a:t>Referent</a:t>
            </a:r>
            <a:br/>
            <a:r>
              <a:t>Ort, Datum (Schreibweise: 00. Januar 2015)</a:t>
            </a:r>
          </a:p>
        </p:txBody>
      </p:sp>
      <p:sp>
        <p:nvSpPr>
          <p:cNvPr id="14" name="Rechteck 13">
            <a:extLst xmlns:a="http://schemas.openxmlformats.org/drawingml/2006/main">
              <a:ext uri="{FF2B5EF4-FFF2-40B4-BE49-F238E27FC236}">
                <a16:creationId xmlns:a16="http://schemas.microsoft.com/office/drawing/2014/main" id="{77A8D91F-45EA-44B8-B0FD-EAC0DCD3D504}"/>
              </a:ext>
            </a:extLst>
          </p:cNvPr>
          <p:cNvSpPr>
            <a:spLocks xmlns:a="http://schemas.openxmlformats.org/drawingml/2006/main" noGrp="1"/>
          </p:cNvSpPr>
          <p:nvPr/>
        </p:nvSpPr>
        <p:spPr>
          <a:xfrm xmlns:a="http://schemas.openxmlformats.org/drawingml/2006/main">
            <a:off x="8347635" y="4806203"/>
            <a:ext cx="575236" cy="268941"/>
          </a:xfrm>
          <a:prstGeom xmlns:a="http://schemas.openxmlformats.org/drawingml/2006/main" prst="rect">
            <a:avLst/>
          </a:prstGeom>
          <a:solidFill xmlns:a="http://schemas.openxmlformats.org/drawingml/2006/main">
            <a:schemeClr val="bg1"/>
          </a:solidFill>
          <a:ln xmlns:a="http://schemas.openxmlformats.org/drawingml/2006/main" w="9525" cmpd="sng">
            <a:noFill/>
            <a:prstDash val="solid"/>
            <a:headEnd type="none" w="med" len="med"/>
            <a:tailEnd type="none" w="med" len="med"/>
          </a:ln>
        </p:spPr>
        <p:txBody>
          <a:bodyPr xmlns:a="http://schemas.openxmlformats.org/drawingml/2006/main" vert="horz" wrap="square" lIns="91440" tIns="45720" rIns="91440" bIns="45720" anchor="t"/>
          <a:lstStyle xmlns:a="http://schemas.openxmlformats.org/drawingml/2006/main"/>
          <a:p xmlns:a="http://schemas.openxmlformats.org/drawingml/2006/main">
            <a:pPr marL="0" marR="0" indent="0" algn="r" defTabSz="914400">
              <a:lnSpc>
                <a:spcPct val="100000"/>
              </a:lnSpc>
              <a:spcBef>
                <a:spcPct val="0"/>
              </a:spcBef>
              <a:spcAft>
                <a:spcPct val="0"/>
              </a:spcAft>
              <a:buClrTx/>
              <a:buSzTx/>
              <a:buFontTx/>
              <a:buNone/>
            </a:pPr>
            <a:endParaRPr sz="2000" b="0" i="0" u="none" cap="none" baseline="0">
              <a:ln>
                <a:noFill/>
              </a:ln>
              <a:solidFill>
                <a:schemeClr val="tx1"/>
              </a:solidFill>
              <a:latin typeface="Arial"/>
              <a:ea typeface="Arial"/>
              <a:cs typeface="Arial"/>
            </a:endParaRPr>
          </a:p>
        </p:txBody>
      </p:sp>
      <p:sp>
        <p:nvSpPr>
          <p:cNvPr id="6" name="Foliennummernplatzhalter 5">
            <a:extLst xmlns:a="http://schemas.openxmlformats.org/drawingml/2006/main">
              <a:ext uri="{FF2B5EF4-FFF2-40B4-BE49-F238E27FC236}">
                <a16:creationId xmlns:a16="http://schemas.microsoft.com/office/drawing/2014/main" id="{6FE5D3E3-CCED-4BE2-BB60-D0287679645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E58CB1E-F828-4F11-99E0-327109AF9DA4}" type="slidenum">
              <a:t>‹#›</a:t>
            </a:fld>
            <a:endParaRPr/>
          </a:p>
        </p:txBody>
      </p:sp>
      <p:sp>
        <p:nvSpPr>
          <p:cNvPr id="7" name="Fußzeilenplatzhalter 6">
            <a:extLst xmlns:a="http://schemas.openxmlformats.org/drawingml/2006/main">
              <a:ext uri="{FF2B5EF4-FFF2-40B4-BE49-F238E27FC236}">
                <a16:creationId xmlns:a16="http://schemas.microsoft.com/office/drawing/2014/main" id="{D419343A-D5F4-4223-83FB-ED5F9C3F8543}"/>
              </a:ext>
            </a:extLst>
          </p:cNvPr>
          <p:cNvSpPr>
            <a:spLocks xmlns:a="http://schemas.openxmlformats.org/drawingml/2006/main" noGrp="1"/>
          </p:cNvSpPr>
          <p:nvPr>
            <p:ph type="ftr" idx="13"/>
          </p:nvPr>
        </p:nvSpPr>
        <p:spPr/>
        <p:txBody>
          <a:bodyPr xmlns:a="http://schemas.openxmlformats.org/drawingml/2006/main"/>
          <a:lstStyle xmlns:a="http://schemas.openxmlformats.org/drawingml/2006/main"/>
          <a:p xmlns:a="http://schemas.openxmlformats.org/drawingml/2006/main">
            <a:r>
              <a:t>Dr. rer. nat. Erika Mustermann (TUM) | kann beliebig erweitert werden | Infos mit Strich trennen</a:t>
            </a:r>
            <a:endParaRPr/>
          </a:p>
        </p:txBody>
      </p:sp>
    </p:spTree>
  </p:cSld>
</p:sldLayout>
</file>

<file path=ppt/slideLayouts/slideLayout2.xml><?xml version="1.0" encoding="utf-8"?>
<p:sldLayout xmlns:p="http://schemas.openxmlformats.org/presentationml/2006/main" preserve="1" userDrawn="1">
  <p:cSld name="Start">
    <p:spTree>
      <p:nvGrpSpPr>
        <p:cNvPr id="1" name=""/>
        <p:cNvGrpSpPr/>
        <p:nvPr/>
      </p:nvGrpSpPr>
      <p:grpSpPr>
        <a:xfrm xmlns:a="http://schemas.openxmlformats.org/drawingml/2006/main"/>
      </p:grpSpPr>
      <p:sp>
        <p:nvSpPr>
          <p:cNvPr id="12" name="Titel 1">
            <a:extLst xmlns:a="http://schemas.openxmlformats.org/drawingml/2006/main">
              <a:ext uri="{FF2B5EF4-FFF2-40B4-BE49-F238E27FC236}">
                <a16:creationId xmlns:a16="http://schemas.microsoft.com/office/drawing/2014/main" id="{301F921C-73DA-4896-A636-92078294D039}"/>
              </a:ext>
            </a:extLst>
          </p:cNvPr>
          <p:cNvSpPr>
            <a:spLocks xmlns:a="http://schemas.openxmlformats.org/drawingml/2006/main" noGrp="1"/>
          </p:cNvSpPr>
          <p:nvPr>
            <p:ph type="title" idx="0" hasCustomPrompt="1"/>
          </p:nvPr>
        </p:nvSpPr>
        <p:spPr>
          <a:xfrm xmlns:a="http://schemas.openxmlformats.org/drawingml/2006/main">
            <a:off x="319090" y="972000"/>
            <a:ext cx="8508999" cy="376238"/>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vert="horz" wrap="square" lIns="0" tIns="0" rIns="0" bIns="0" anchor="t"/>
          <a:lstStyle xmlns:a="http://schemas.openxmlformats.org/drawingml/2006/main">
            <a:lvl1pPr>
              <a:lnSpc>
                <a:spcPts val="3200"/>
              </a:lnSpc>
              <a:buNone/>
              <a:defRPr sz="2500">
                <a:solidFill>
                  <a:schemeClr val="bg1"/>
                </a:solidFill>
              </a:defRPr>
            </a:lvl1pPr>
          </a:lstStyle>
          <a:p xmlns:a="http://schemas.openxmlformats.org/drawingml/2006/main">
            <a:pPr lvl="0">
              <a:buNone/>
            </a:pPr>
            <a:r>
              <a:t>Titel der Präsentation durch Klicken bearbeiten</a:t>
            </a:r>
          </a:p>
        </p:txBody>
      </p:sp>
      <p:sp>
        <p:nvSpPr>
          <p:cNvPr id="16" name="Inhaltsplatzhalter 2">
            <a:extLst xmlns:a="http://schemas.openxmlformats.org/drawingml/2006/main">
              <a:ext uri="{FF2B5EF4-FFF2-40B4-BE49-F238E27FC236}">
                <a16:creationId xmlns:a16="http://schemas.microsoft.com/office/drawing/2014/main" id="{A0A26198-B430-4C15-A02C-B57A84975016}"/>
              </a:ext>
            </a:extLst>
          </p:cNvPr>
          <p:cNvSpPr>
            <a:spLocks xmlns:a="http://schemas.openxmlformats.org/drawingml/2006/main" noGrp="1"/>
          </p:cNvSpPr>
          <p:nvPr>
            <p:ph idx="10" hasCustomPrompt="1"/>
          </p:nvPr>
        </p:nvSpPr>
        <p:spPr>
          <a:xfrm xmlns:a="http://schemas.openxmlformats.org/drawingml/2006/main">
            <a:off x="319088" y="1484040"/>
            <a:ext cx="8508999" cy="955594"/>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vert="horz" wrap="square" lIns="0" tIns="0" rIns="0" bIns="0" anchor="t"/>
          <a:lstStyle xmlns:a="http://schemas.openxmlformats.org/drawingml/2006/main">
            <a:lvl1pPr>
              <a:lnSpc>
                <a:spcPct val="150000"/>
              </a:lnSpc>
              <a:buNone/>
              <a:defRPr sz="1600" baseline="0">
                <a:solidFill>
                  <a:schemeClr val="bg1"/>
                </a:solidFill>
              </a:defRPr>
            </a:lvl1pPr>
            <a:lvl2pPr>
              <a:buNone/>
              <a:defRPr/>
            </a:lvl2pPr>
          </a:lstStyle>
          <a:p xmlns:a="http://schemas.openxmlformats.org/drawingml/2006/main">
            <a:pPr lvl="0">
              <a:buNone/>
            </a:pPr>
            <a:r>
              <a:t>Referent</a:t>
            </a:r>
            <a:br/>
            <a:r>
              <a:t>Ort, Datum (Schreibweise: 00. Januar 2015)</a:t>
            </a:r>
          </a:p>
        </p:txBody>
      </p:sp>
      <p:sp>
        <p:nvSpPr>
          <p:cNvPr id="5" name="Foliennummernplatzhalter 4">
            <a:extLst xmlns:a="http://schemas.openxmlformats.org/drawingml/2006/main">
              <a:ext uri="{FF2B5EF4-FFF2-40B4-BE49-F238E27FC236}">
                <a16:creationId xmlns:a16="http://schemas.microsoft.com/office/drawing/2014/main" id="{049B21AF-A3CF-42AA-B267-937193733DE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fld id="{CE58CB1E-F828-4F11-99E0-327109AF9DA4}" type="slidenum">
              <a:t>‹#›</a:t>
            </a:fld>
            <a:endParaRPr/>
          </a:p>
        </p:txBody>
      </p:sp>
      <p:sp>
        <p:nvSpPr>
          <p:cNvPr id="7" name="Fußzeilenplatzhalter 6">
            <a:extLst xmlns:a="http://schemas.openxmlformats.org/drawingml/2006/main">
              <a:ext uri="{FF2B5EF4-FFF2-40B4-BE49-F238E27FC236}">
                <a16:creationId xmlns:a16="http://schemas.microsoft.com/office/drawing/2014/main" id="{ECA8CC4A-2C97-4F2F-953B-5F884C205A71}"/>
              </a:ext>
            </a:extLst>
          </p:cNvPr>
          <p:cNvSpPr>
            <a:spLocks xmlns:a="http://schemas.openxmlformats.org/drawingml/2006/main" noGrp="1"/>
          </p:cNvSpPr>
          <p:nvPr>
            <p:ph type="ftr" idx="13"/>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r>
              <a:t>Dr. rer. nat. Erika Mustermann (TUM) | kann beliebig erweitert werden | Infos mit Strich trennen</a:t>
            </a:r>
            <a:endParaRPr/>
          </a:p>
        </p:txBody>
      </p:sp>
    </p:spTree>
  </p:cSld>
</p:sldLayout>
</file>

<file path=ppt/slideLayouts/slideLayout3.xml><?xml version="1.0" encoding="utf-8"?>
<p:sldLayout xmlns:p="http://schemas.openxmlformats.org/presentationml/2006/main" preserve="1" userDrawn="1">
  <p:cSld name="Start">
    <p:spTree>
      <p:nvGrpSpPr>
        <p:cNvPr id="1" name=""/>
        <p:cNvGrpSpPr/>
        <p:nvPr/>
      </p:nvGrpSpPr>
      <p:grpSpPr>
        <a:xfrm xmlns:a="http://schemas.openxmlformats.org/drawingml/2006/main"/>
      </p:grpSpPr>
      <p:sp>
        <p:nvSpPr>
          <p:cNvPr id="12" name="Titel 1">
            <a:extLst xmlns:a="http://schemas.openxmlformats.org/drawingml/2006/main">
              <a:ext uri="{FF2B5EF4-FFF2-40B4-BE49-F238E27FC236}">
                <a16:creationId xmlns:a16="http://schemas.microsoft.com/office/drawing/2014/main" id="{3684301D-B38A-4BD7-AB3E-83E9BF81B7A4}"/>
              </a:ext>
            </a:extLst>
          </p:cNvPr>
          <p:cNvSpPr>
            <a:spLocks xmlns:a="http://schemas.openxmlformats.org/drawingml/2006/main" noGrp="1"/>
          </p:cNvSpPr>
          <p:nvPr>
            <p:ph type="title" idx="0" hasCustomPrompt="1"/>
          </p:nvPr>
        </p:nvSpPr>
        <p:spPr>
          <a:xfrm xmlns:a="http://schemas.openxmlformats.org/drawingml/2006/main">
            <a:off x="319090" y="972000"/>
            <a:ext cx="8508999" cy="376238"/>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vert="horz" wrap="square" lIns="0" tIns="0" rIns="0" bIns="0" anchor="t"/>
          <a:lstStyle xmlns:a="http://schemas.openxmlformats.org/drawingml/2006/main">
            <a:lvl1pPr>
              <a:lnSpc>
                <a:spcPts val="3200"/>
              </a:lnSpc>
              <a:buNone/>
              <a:defRPr sz="2500">
                <a:solidFill>
                  <a:schemeClr val="tx1"/>
                </a:solidFill>
              </a:defRPr>
            </a:lvl1pPr>
          </a:lstStyle>
          <a:p xmlns:a="http://schemas.openxmlformats.org/drawingml/2006/main">
            <a:pPr lvl="0">
              <a:buNone/>
            </a:pPr>
            <a:r>
              <a:t>Titel der Präsentation durch Klicken bearbeiten</a:t>
            </a:r>
          </a:p>
        </p:txBody>
      </p:sp>
      <p:sp>
        <p:nvSpPr>
          <p:cNvPr id="16" name="Inhaltsplatzhalter 2">
            <a:extLst xmlns:a="http://schemas.openxmlformats.org/drawingml/2006/main">
              <a:ext uri="{FF2B5EF4-FFF2-40B4-BE49-F238E27FC236}">
                <a16:creationId xmlns:a16="http://schemas.microsoft.com/office/drawing/2014/main" id="{A429C462-B651-4813-9FAB-1EA621D15443}"/>
              </a:ext>
            </a:extLst>
          </p:cNvPr>
          <p:cNvSpPr>
            <a:spLocks xmlns:a="http://schemas.openxmlformats.org/drawingml/2006/main" noGrp="1"/>
          </p:cNvSpPr>
          <p:nvPr>
            <p:ph idx="10" hasCustomPrompt="1"/>
          </p:nvPr>
        </p:nvSpPr>
        <p:spPr>
          <a:xfrm xmlns:a="http://schemas.openxmlformats.org/drawingml/2006/main">
            <a:off x="319088" y="1484040"/>
            <a:ext cx="8508999" cy="955594"/>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vert="horz" wrap="square" lIns="0" tIns="0" rIns="0" bIns="0" anchor="t"/>
          <a:lstStyle xmlns:a="http://schemas.openxmlformats.org/drawingml/2006/main">
            <a:lvl1pPr>
              <a:lnSpc>
                <a:spcPct val="150000"/>
              </a:lnSpc>
              <a:buNone/>
              <a:defRPr sz="1400" baseline="0">
                <a:solidFill>
                  <a:srgbClr val="000000"/>
                </a:solidFill>
              </a:defRPr>
            </a:lvl1pPr>
            <a:lvl2pPr>
              <a:buNone/>
              <a:defRPr/>
            </a:lvl2pPr>
          </a:lstStyle>
          <a:p xmlns:a="http://schemas.openxmlformats.org/drawingml/2006/main">
            <a:pPr lvl="0">
              <a:buNone/>
            </a:pPr>
            <a:r>
              <a:t>Referent</a:t>
            </a:r>
            <a:br/>
            <a:r>
              <a:t>Ort, Datum (Schreibweise: 00. Januar 2015)</a:t>
            </a:r>
          </a:p>
        </p:txBody>
      </p:sp>
      <p:sp>
        <p:nvSpPr>
          <p:cNvPr id="14" name="Rechteck 13">
            <a:extLst xmlns:a="http://schemas.openxmlformats.org/drawingml/2006/main">
              <a:ext uri="{FF2B5EF4-FFF2-40B4-BE49-F238E27FC236}">
                <a16:creationId xmlns:a16="http://schemas.microsoft.com/office/drawing/2014/main" id="{474E61EB-2010-4600-B72A-B6A9F77BA5A7}"/>
              </a:ext>
            </a:extLst>
          </p:cNvPr>
          <p:cNvSpPr>
            <a:spLocks xmlns:a="http://schemas.openxmlformats.org/drawingml/2006/main" noGrp="1"/>
          </p:cNvSpPr>
          <p:nvPr/>
        </p:nvSpPr>
        <p:spPr>
          <a:xfrm xmlns:a="http://schemas.openxmlformats.org/drawingml/2006/main">
            <a:off x="8347635" y="4806203"/>
            <a:ext cx="575236" cy="268941"/>
          </a:xfrm>
          <a:prstGeom xmlns:a="http://schemas.openxmlformats.org/drawingml/2006/main" prst="rect">
            <a:avLst/>
          </a:prstGeom>
          <a:solidFill xmlns:a="http://schemas.openxmlformats.org/drawingml/2006/main">
            <a:schemeClr val="bg1"/>
          </a:solidFill>
          <a:ln xmlns:a="http://schemas.openxmlformats.org/drawingml/2006/main" w="9525" cmpd="sng">
            <a:noFill/>
            <a:prstDash val="solid"/>
            <a:headEnd type="none" w="med" len="med"/>
            <a:tailEnd type="none" w="med" len="med"/>
          </a:ln>
        </p:spPr>
        <p:txBody>
          <a:bodyPr xmlns:a="http://schemas.openxmlformats.org/drawingml/2006/main" vert="horz" wrap="square" lIns="91440" tIns="45720" rIns="91440" bIns="45720" anchor="t"/>
          <a:lstStyle xmlns:a="http://schemas.openxmlformats.org/drawingml/2006/main"/>
          <a:p xmlns:a="http://schemas.openxmlformats.org/drawingml/2006/main">
            <a:pPr marL="0" marR="0" indent="0" algn="r" defTabSz="914400">
              <a:lnSpc>
                <a:spcPct val="100000"/>
              </a:lnSpc>
              <a:spcBef>
                <a:spcPct val="0"/>
              </a:spcBef>
              <a:spcAft>
                <a:spcPct val="0"/>
              </a:spcAft>
              <a:buClrTx/>
              <a:buSzTx/>
              <a:buFontTx/>
              <a:buNone/>
            </a:pPr>
            <a:endParaRPr sz="2000" b="0" i="0" u="none" cap="none" baseline="0">
              <a:ln>
                <a:noFill/>
              </a:ln>
              <a:solidFill>
                <a:schemeClr val="tx1"/>
              </a:solidFill>
              <a:latin typeface="Arial"/>
              <a:ea typeface="Arial"/>
              <a:cs typeface="Arial"/>
            </a:endParaRPr>
          </a:p>
        </p:txBody>
      </p:sp>
      <p:sp>
        <p:nvSpPr>
          <p:cNvPr id="6" name="Foliennummernplatzhalter 5">
            <a:extLst xmlns:a="http://schemas.openxmlformats.org/drawingml/2006/main">
              <a:ext uri="{FF2B5EF4-FFF2-40B4-BE49-F238E27FC236}">
                <a16:creationId xmlns:a16="http://schemas.microsoft.com/office/drawing/2014/main" id="{A852F0AC-C3DE-4C99-894B-EF9BF606C4CE}"/>
              </a:ext>
            </a:extLst>
          </p:cNvPr>
          <p:cNvSpPr>
            <a:spLocks xmlns:a="http://schemas.openxmlformats.org/drawingml/2006/main" noGrp="1"/>
          </p:cNvSpPr>
          <p:nvPr>
            <p:ph type="sldNum" idx="11"/>
          </p:nvPr>
        </p:nvSpPr>
        <p:spPr/>
        <p:txBody>
          <a:bodyPr xmlns:a="http://schemas.openxmlformats.org/drawingml/2006/main"/>
          <a:lstStyle xmlns:a="http://schemas.openxmlformats.org/drawingml/2006/main"/>
          <a:p xmlns:a="http://schemas.openxmlformats.org/drawingml/2006/main">
            <a:fld id="{CE58CB1E-F828-4F11-99E0-327109AF9DA4}" type="slidenum">
              <a:t>‹#›</a:t>
            </a:fld>
            <a:endParaRPr/>
          </a:p>
        </p:txBody>
      </p:sp>
      <p:sp>
        <p:nvSpPr>
          <p:cNvPr id="8" name="Fußzeilenplatzhalter 7">
            <a:extLst xmlns:a="http://schemas.openxmlformats.org/drawingml/2006/main">
              <a:ext uri="{FF2B5EF4-FFF2-40B4-BE49-F238E27FC236}">
                <a16:creationId xmlns:a16="http://schemas.microsoft.com/office/drawing/2014/main" id="{8438C7FA-681C-4A78-AE3B-BF45861F8668}"/>
              </a:ext>
            </a:extLst>
          </p:cNvPr>
          <p:cNvSpPr>
            <a:spLocks xmlns:a="http://schemas.openxmlformats.org/drawingml/2006/main" noGrp="1"/>
          </p:cNvSpPr>
          <p:nvPr>
            <p:ph type="ftr" idx="12"/>
          </p:nvPr>
        </p:nvSpPr>
        <p:spPr/>
        <p:txBody>
          <a:bodyPr xmlns:a="http://schemas.openxmlformats.org/drawingml/2006/main"/>
          <a:lstStyle xmlns:a="http://schemas.openxmlformats.org/drawingml/2006/main"/>
          <a:p xmlns:a="http://schemas.openxmlformats.org/drawingml/2006/main">
            <a:r>
              <a:t>Dr. rer. nat. Erika Mustermann (TUM) | kann beliebig erweitert werden | Infos mit Strich trennen</a:t>
            </a:r>
            <a:endParaRPr/>
          </a:p>
        </p:txBody>
      </p:sp>
    </p:spTree>
  </p:cSld>
</p:sldLayout>
</file>

<file path=ppt/slideLayouts/slideLayout4.xml><?xml version="1.0" encoding="utf-8"?>
<p:sldLayout xmlns:p="http://schemas.openxmlformats.org/presentationml/2006/main" preserve="1" userDrawn="1">
  <p:cSld name="Start">
    <p:spTree>
      <p:nvGrpSpPr>
        <p:cNvPr id="1" name=""/>
        <p:cNvGrpSpPr/>
        <p:nvPr/>
      </p:nvGrpSpPr>
      <p:grpSpPr>
        <a:xfrm xmlns:a="http://schemas.openxmlformats.org/drawingml/2006/main"/>
      </p:grpSpPr>
      <p:sp>
        <p:nvSpPr>
          <p:cNvPr id="12" name="Titel 1">
            <a:extLst xmlns:a="http://schemas.openxmlformats.org/drawingml/2006/main">
              <a:ext uri="{FF2B5EF4-FFF2-40B4-BE49-F238E27FC236}">
                <a16:creationId xmlns:a16="http://schemas.microsoft.com/office/drawing/2014/main" id="{23C9462E-57D6-49B8-9B97-368615F8D580}"/>
              </a:ext>
            </a:extLst>
          </p:cNvPr>
          <p:cNvSpPr>
            <a:spLocks xmlns:a="http://schemas.openxmlformats.org/drawingml/2006/main" noGrp="1"/>
          </p:cNvSpPr>
          <p:nvPr>
            <p:ph type="title" idx="0" hasCustomPrompt="1"/>
          </p:nvPr>
        </p:nvSpPr>
        <p:spPr>
          <a:xfrm xmlns:a="http://schemas.openxmlformats.org/drawingml/2006/main">
            <a:off x="319090" y="972000"/>
            <a:ext cx="8508999" cy="410369"/>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vert="horz" wrap="square" lIns="0" tIns="0" rIns="0" bIns="0" anchor="t">
            <a:spAutoFit/>
          </a:bodyPr>
          <a:lstStyle xmlns:a="http://schemas.openxmlformats.org/drawingml/2006/main">
            <a:lvl1pPr>
              <a:lnSpc>
                <a:spcPts val="3200"/>
              </a:lnSpc>
              <a:buNone/>
              <a:defRPr sz="2500"/>
            </a:lvl1pPr>
          </a:lstStyle>
          <a:p xmlns:a="http://schemas.openxmlformats.org/drawingml/2006/main">
            <a:pPr lvl="0">
              <a:buNone/>
            </a:pPr>
            <a:r>
              <a:t>Titel durch Klicken bearbeiten</a:t>
            </a:r>
          </a:p>
        </p:txBody>
      </p:sp>
      <p:sp>
        <p:nvSpPr>
          <p:cNvPr id="16" name="Inhaltsplatzhalter 2">
            <a:extLst xmlns:a="http://schemas.openxmlformats.org/drawingml/2006/main">
              <a:ext uri="{FF2B5EF4-FFF2-40B4-BE49-F238E27FC236}">
                <a16:creationId xmlns:a16="http://schemas.microsoft.com/office/drawing/2014/main" id="{190A98F7-541E-479F-B5E5-AF1049E05C4B}"/>
              </a:ext>
            </a:extLst>
          </p:cNvPr>
          <p:cNvSpPr>
            <a:spLocks xmlns:a="http://schemas.openxmlformats.org/drawingml/2006/main" noGrp="1"/>
          </p:cNvSpPr>
          <p:nvPr>
            <p:ph idx="10" hasCustomPrompt="1"/>
          </p:nvPr>
        </p:nvSpPr>
        <p:spPr>
          <a:xfrm xmlns:a="http://schemas.openxmlformats.org/drawingml/2006/main">
            <a:off x="319088" y="1484040"/>
            <a:ext cx="8508999" cy="955594"/>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vert="horz" wrap="square" lIns="0" tIns="0" rIns="0" bIns="0" anchor="t"/>
          <a:lstStyle xmlns:a="http://schemas.openxmlformats.org/drawingml/2006/main">
            <a:lvl1pPr>
              <a:lnSpc>
                <a:spcPct val="150000"/>
              </a:lnSpc>
              <a:buNone/>
              <a:defRPr sz="1400" baseline="0"/>
            </a:lvl1pPr>
            <a:lvl2pPr>
              <a:buNone/>
              <a:defRPr/>
            </a:lvl2pPr>
          </a:lstStyle>
          <a:p xmlns:a="http://schemas.openxmlformats.org/drawingml/2006/main">
            <a:pPr lvl="0">
              <a:buNone/>
            </a:pPr>
            <a:r>
              <a:t>Referent</a:t>
            </a:r>
            <a:br/>
            <a:r>
              <a:t>Ort, Datum (Schreibweise: 00. Januar 2015)</a:t>
            </a:r>
          </a:p>
        </p:txBody>
      </p:sp>
      <p:sp>
        <p:nvSpPr>
          <p:cNvPr id="14" name="Rechteck 13">
            <a:extLst xmlns:a="http://schemas.openxmlformats.org/drawingml/2006/main">
              <a:ext uri="{FF2B5EF4-FFF2-40B4-BE49-F238E27FC236}">
                <a16:creationId xmlns:a16="http://schemas.microsoft.com/office/drawing/2014/main" id="{625F619C-6404-4B12-91B0-3A935E68C440}"/>
              </a:ext>
            </a:extLst>
          </p:cNvPr>
          <p:cNvSpPr>
            <a:spLocks xmlns:a="http://schemas.openxmlformats.org/drawingml/2006/main" noGrp="1"/>
          </p:cNvSpPr>
          <p:nvPr/>
        </p:nvSpPr>
        <p:spPr>
          <a:xfrm xmlns:a="http://schemas.openxmlformats.org/drawingml/2006/main">
            <a:off x="8347635" y="4806203"/>
            <a:ext cx="575236" cy="268941"/>
          </a:xfrm>
          <a:prstGeom xmlns:a="http://schemas.openxmlformats.org/drawingml/2006/main" prst="rect">
            <a:avLst/>
          </a:prstGeom>
          <a:solidFill xmlns:a="http://schemas.openxmlformats.org/drawingml/2006/main">
            <a:schemeClr val="bg1"/>
          </a:solidFill>
          <a:ln xmlns:a="http://schemas.openxmlformats.org/drawingml/2006/main" w="9525" cmpd="sng">
            <a:noFill/>
            <a:prstDash val="solid"/>
            <a:headEnd type="none" w="med" len="med"/>
            <a:tailEnd type="none" w="med" len="med"/>
          </a:ln>
        </p:spPr>
        <p:txBody>
          <a:bodyPr xmlns:a="http://schemas.openxmlformats.org/drawingml/2006/main" vert="horz" wrap="square" lIns="91440" tIns="45720" rIns="91440" bIns="45720" anchor="t"/>
          <a:lstStyle xmlns:a="http://schemas.openxmlformats.org/drawingml/2006/main"/>
          <a:p xmlns:a="http://schemas.openxmlformats.org/drawingml/2006/main">
            <a:pPr marL="0" marR="0" indent="0" algn="r" defTabSz="914400">
              <a:lnSpc>
                <a:spcPct val="100000"/>
              </a:lnSpc>
              <a:spcBef>
                <a:spcPct val="0"/>
              </a:spcBef>
              <a:spcAft>
                <a:spcPct val="0"/>
              </a:spcAft>
              <a:buClrTx/>
              <a:buSzTx/>
              <a:buFontTx/>
              <a:buNone/>
            </a:pPr>
            <a:endParaRPr sz="2000" b="0" i="0" u="none" cap="none" baseline="0">
              <a:ln>
                <a:noFill/>
              </a:ln>
              <a:solidFill>
                <a:schemeClr val="tx1"/>
              </a:solidFill>
              <a:latin typeface="Arial"/>
              <a:ea typeface="Arial"/>
              <a:cs typeface="Arial"/>
            </a:endParaRPr>
          </a:p>
        </p:txBody>
      </p:sp>
      <p:sp>
        <p:nvSpPr>
          <p:cNvPr id="8" name="Foliennummernplatzhalter 7">
            <a:extLst xmlns:a="http://schemas.openxmlformats.org/drawingml/2006/main">
              <a:ext uri="{FF2B5EF4-FFF2-40B4-BE49-F238E27FC236}">
                <a16:creationId xmlns:a16="http://schemas.microsoft.com/office/drawing/2014/main" id="{EC694006-4AE0-43A5-AA47-F355A9F3F29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E58CB1E-F828-4F11-99E0-327109AF9DA4}" type="slidenum">
              <a:t>‹#›</a:t>
            </a:fld>
            <a:endParaRPr/>
          </a:p>
        </p:txBody>
      </p:sp>
      <p:sp>
        <p:nvSpPr>
          <p:cNvPr id="10" name="Fußzeilenplatzhalter 9">
            <a:extLst xmlns:a="http://schemas.openxmlformats.org/drawingml/2006/main">
              <a:ext uri="{FF2B5EF4-FFF2-40B4-BE49-F238E27FC236}">
                <a16:creationId xmlns:a16="http://schemas.microsoft.com/office/drawing/2014/main" id="{7AC69676-C58D-4497-B46B-F233C02AFF70}"/>
              </a:ext>
            </a:extLst>
          </p:cNvPr>
          <p:cNvSpPr>
            <a:spLocks xmlns:a="http://schemas.openxmlformats.org/drawingml/2006/main" noGrp="1"/>
          </p:cNvSpPr>
          <p:nvPr>
            <p:ph type="ftr" idx="13"/>
          </p:nvPr>
        </p:nvSpPr>
        <p:spPr/>
        <p:txBody>
          <a:bodyPr xmlns:a="http://schemas.openxmlformats.org/drawingml/2006/main"/>
          <a:lstStyle xmlns:a="http://schemas.openxmlformats.org/drawingml/2006/main"/>
          <a:p xmlns:a="http://schemas.openxmlformats.org/drawingml/2006/main">
            <a:r>
              <a:t>Dr. rer. nat. Erika Mustermann (TUM) | kann beliebig erweitert werden | Infos mit Strich trennen</a:t>
            </a:r>
            <a:endParaRPr/>
          </a:p>
        </p:txBody>
      </p:sp>
    </p:spTree>
  </p:cSld>
</p:sldLayout>
</file>

<file path=ppt/slideLayouts/slideLayout5.xml><?xml version="1.0" encoding="utf-8"?>
<p:sldLayout xmlns:p="http://schemas.openxmlformats.org/presentationml/2006/main" preserve="1" userDrawn="1">
  <p:cSld name="Inhalt">
    <p:spTree>
      <p:nvGrpSpPr>
        <p:cNvPr id="1" name=""/>
        <p:cNvGrpSpPr/>
        <p:nvPr/>
      </p:nvGrpSpPr>
      <p:grpSpPr>
        <a:xfrm xmlns:a="http://schemas.openxmlformats.org/drawingml/2006/main"/>
      </p:grpSpPr>
      <p:sp>
        <p:nvSpPr>
          <p:cNvPr id="3" name="Inhaltsplatzhalter 2">
            <a:extLst xmlns:a="http://schemas.openxmlformats.org/drawingml/2006/main">
              <a:ext uri="{FF2B5EF4-FFF2-40B4-BE49-F238E27FC236}">
                <a16:creationId xmlns:a16="http://schemas.microsoft.com/office/drawing/2014/main" id="{56A27422-9570-40A9-98E7-40A8A2476C87}"/>
              </a:ext>
            </a:extLst>
          </p:cNvPr>
          <p:cNvSpPr>
            <a:spLocks xmlns:a="http://schemas.openxmlformats.org/drawingml/2006/main" noGrp="1"/>
          </p:cNvSpPr>
          <p:nvPr>
            <p:ph idx="1" hasCustomPrompt="1"/>
          </p:nvPr>
        </p:nvSpPr>
        <p:spPr>
          <a:xfrm xmlns:a="http://schemas.openxmlformats.org/drawingml/2006/main">
            <a:off x="319090" y="1600200"/>
            <a:ext cx="8508999" cy="3095625"/>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vert="horz" wrap="square" lIns="0" tIns="0" rIns="0" bIns="0" anchor="t"/>
          <a:lstStyle xmlns:a="http://schemas.openxmlformats.org/drawingml/2006/main">
            <a:lvl1pPr>
              <a:lnSpc>
                <a:spcPct val="114000"/>
              </a:lnSpc>
              <a:buNone/>
              <a:defRPr sz="1400"/>
            </a:lvl1pPr>
            <a:lvl2pPr>
              <a:lnSpc>
                <a:spcPct val="114000"/>
              </a:lnSpc>
              <a:buNone/>
              <a:defRPr sz="1400"/>
            </a:lvl2pPr>
            <a:lvl3pPr>
              <a:buNone/>
              <a:defRPr sz="1400"/>
            </a:lvl3pPr>
          </a:lstStyle>
          <a:p xmlns:a="http://schemas.openxmlformats.org/drawingml/2006/main">
            <a:pPr lvl="0">
              <a:buNone/>
            </a:pPr>
            <a:r>
              <a:t>Inhalt durch Klicken bearbeiten</a:t>
            </a:r>
          </a:p>
          <a:p xmlns:a="http://schemas.openxmlformats.org/drawingml/2006/main">
            <a:pPr lvl="1">
              <a:buNone/>
            </a:pPr>
            <a:r>
              <a:t>Zweite Ebene</a:t>
            </a:r>
          </a:p>
          <a:p xmlns:a="http://schemas.openxmlformats.org/drawingml/2006/main">
            <a:pPr lvl="2">
              <a:buNone/>
            </a:pPr>
            <a:r>
              <a:t>Dritte Ebene</a:t>
            </a:r>
          </a:p>
        </p:txBody>
      </p:sp>
      <p:sp>
        <p:nvSpPr>
          <p:cNvPr id="10" name="Titel 1">
            <a:extLst xmlns:a="http://schemas.openxmlformats.org/drawingml/2006/main">
              <a:ext uri="{FF2B5EF4-FFF2-40B4-BE49-F238E27FC236}">
                <a16:creationId xmlns:a16="http://schemas.microsoft.com/office/drawing/2014/main" id="{581F640A-F9BD-4405-A359-8732354FBF44}"/>
              </a:ext>
            </a:extLst>
          </p:cNvPr>
          <p:cNvSpPr>
            <a:spLocks xmlns:a="http://schemas.openxmlformats.org/drawingml/2006/main" noGrp="1"/>
          </p:cNvSpPr>
          <p:nvPr>
            <p:ph type="title" idx="0" hasCustomPrompt="1"/>
          </p:nvPr>
        </p:nvSpPr>
        <p:spPr>
          <a:xfrm xmlns:a="http://schemas.openxmlformats.org/drawingml/2006/main">
            <a:off x="319090" y="972000"/>
            <a:ext cx="8508999" cy="410369"/>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vert="horz" wrap="square" lIns="0" tIns="0" rIns="0" bIns="0" anchor="t">
            <a:spAutoFit/>
          </a:bodyPr>
          <a:lstStyle xmlns:a="http://schemas.openxmlformats.org/drawingml/2006/main">
            <a:lvl1pPr>
              <a:lnSpc>
                <a:spcPts val="3200"/>
              </a:lnSpc>
              <a:buNone/>
              <a:defRPr sz="2500"/>
            </a:lvl1pPr>
          </a:lstStyle>
          <a:p xmlns:a="http://schemas.openxmlformats.org/drawingml/2006/main">
            <a:pPr lvl="0">
              <a:buNone/>
            </a:pPr>
            <a:r>
              <a:t>Titel durch Klicken bearbeiten</a:t>
            </a:r>
          </a:p>
        </p:txBody>
      </p:sp>
      <p:sp>
        <p:nvSpPr>
          <p:cNvPr id="5" name="Foliennummernplatzhalter 4">
            <a:extLst xmlns:a="http://schemas.openxmlformats.org/drawingml/2006/main">
              <a:ext uri="{FF2B5EF4-FFF2-40B4-BE49-F238E27FC236}">
                <a16:creationId xmlns:a16="http://schemas.microsoft.com/office/drawing/2014/main" id="{4D5F1D1D-6BF6-44D4-B0C0-9EF7D29C86EA}"/>
              </a:ext>
            </a:extLst>
          </p:cNvPr>
          <p:cNvSpPr>
            <a:spLocks xmlns:a="http://schemas.openxmlformats.org/drawingml/2006/main" noGrp="1"/>
          </p:cNvSpPr>
          <p:nvPr>
            <p:ph type="sldNum" idx="11"/>
          </p:nvPr>
        </p:nvSpPr>
        <p:spPr/>
        <p:txBody>
          <a:bodyPr xmlns:a="http://schemas.openxmlformats.org/drawingml/2006/main" lIns="0" rIns="0"/>
          <a:lstStyle xmlns:a="http://schemas.openxmlformats.org/drawingml/2006/main"/>
          <a:p xmlns:a="http://schemas.openxmlformats.org/drawingml/2006/main">
            <a:fld id="{CE58CB1E-F828-4F11-99E0-327109AF9DA4}" type="slidenum">
              <a:t>‹#›</a:t>
            </a:fld>
            <a:endParaRPr/>
          </a:p>
        </p:txBody>
      </p:sp>
      <p:sp>
        <p:nvSpPr>
          <p:cNvPr id="7" name="Fußzeilenplatzhalter 6">
            <a:extLst xmlns:a="http://schemas.openxmlformats.org/drawingml/2006/main">
              <a:ext uri="{FF2B5EF4-FFF2-40B4-BE49-F238E27FC236}">
                <a16:creationId xmlns:a16="http://schemas.microsoft.com/office/drawing/2014/main" id="{7ED74C79-F9D9-4CCB-B961-DE30884BE878}"/>
              </a:ext>
            </a:extLst>
          </p:cNvPr>
          <p:cNvSpPr>
            <a:spLocks xmlns:a="http://schemas.openxmlformats.org/drawingml/2006/main" noGrp="1"/>
          </p:cNvSpPr>
          <p:nvPr>
            <p:ph type="ftr" idx="12"/>
          </p:nvPr>
        </p:nvSpPr>
        <p:spPr/>
        <p:txBody>
          <a:bodyPr xmlns:a="http://schemas.openxmlformats.org/drawingml/2006/main"/>
          <a:lstStyle xmlns:a="http://schemas.openxmlformats.org/drawingml/2006/main"/>
          <a:p xmlns:a="http://schemas.openxmlformats.org/drawingml/2006/main">
            <a:r>
              <a:t>Dr. rer. nat. Erika Mustermann (TUM) | kann beliebig erweitert werden | Infos mit Strich trennen</a:t>
            </a:r>
            <a:endParaRPr/>
          </a:p>
        </p:txBody>
      </p:sp>
    </p:spTree>
  </p:cSld>
</p:sldLayout>
</file>

<file path=ppt/slideLayouts/slideLayout6.xml><?xml version="1.0" encoding="utf-8"?>
<p:sldLayout xmlns:p="http://schemas.openxmlformats.org/presentationml/2006/main" preserve="1" userDrawn="1">
  <p:cSld name="Inhalt + Text">
    <p:spTree>
      <p:nvGrpSpPr>
        <p:cNvPr id="1" name=""/>
        <p:cNvGrpSpPr/>
        <p:nvPr/>
      </p:nvGrpSpPr>
      <p:grpSpPr>
        <a:xfrm xmlns:a="http://schemas.openxmlformats.org/drawingml/2006/main"/>
      </p:grpSpPr>
      <p:sp useBgFill="1">
        <p:nvSpPr>
          <p:cNvPr id="3" name="Inhaltsplatzhalter 2">
            <a:extLst xmlns:a="http://schemas.openxmlformats.org/drawingml/2006/main">
              <a:ext uri="{FF2B5EF4-FFF2-40B4-BE49-F238E27FC236}">
                <a16:creationId xmlns:a16="http://schemas.microsoft.com/office/drawing/2014/main" id="{3A4B99E1-7F40-422E-A42E-4C7E0E4A3CFE}"/>
              </a:ext>
            </a:extLst>
          </p:cNvPr>
          <p:cNvSpPr>
            <a:spLocks xmlns:a="http://schemas.openxmlformats.org/drawingml/2006/main" noGrp="1"/>
          </p:cNvSpPr>
          <p:nvPr>
            <p:ph idx="1" hasCustomPrompt="1"/>
          </p:nvPr>
        </p:nvSpPr>
        <p:spPr>
          <a:xfrm xmlns:a="http://schemas.openxmlformats.org/drawingml/2006/main">
            <a:off x="319090" y="2143125"/>
            <a:ext cx="8508999" cy="2543175"/>
          </a:xfrm>
          <a:prstGeom xmlns:a="http://schemas.openxmlformats.org/drawingml/2006/main" prst="rect">
            <a:avLst/>
          </a:prstGeom>
          <a:ln xmlns:a="http://schemas.openxmlformats.org/drawingml/2006/main" w="9525">
            <a:noFill/>
          </a:ln>
        </p:spPr>
        <p:txBody>
          <a:bodyPr xmlns:a="http://schemas.openxmlformats.org/drawingml/2006/main" vert="horz" wrap="square" lIns="0" tIns="0" rIns="0" bIns="0" anchor="t"/>
          <a:lstStyle xmlns:a="http://schemas.openxmlformats.org/drawingml/2006/main">
            <a:lvl1pPr>
              <a:lnSpc>
                <a:spcPct val="114000"/>
              </a:lnSpc>
              <a:buNone/>
              <a:defRPr sz="1400"/>
            </a:lvl1pPr>
            <a:lvl2pPr>
              <a:lnSpc>
                <a:spcPct val="114000"/>
              </a:lnSpc>
              <a:buNone/>
              <a:defRPr sz="1400"/>
            </a:lvl2pPr>
            <a:lvl3pPr>
              <a:buNone/>
              <a:defRPr sz="1400" baseline="0"/>
            </a:lvl3pPr>
          </a:lstStyle>
          <a:p xmlns:a="http://schemas.openxmlformats.org/drawingml/2006/main">
            <a:pPr lvl="0">
              <a:buNone/>
            </a:pPr>
            <a:r>
              <a:t>Inhalt durch Klicken bearbeiten</a:t>
            </a:r>
          </a:p>
          <a:p xmlns:a="http://schemas.openxmlformats.org/drawingml/2006/main">
            <a:pPr lvl="1">
              <a:buNone/>
            </a:pPr>
            <a:r>
              <a:t>Zweite Ebene</a:t>
            </a:r>
          </a:p>
          <a:p xmlns:a="http://schemas.openxmlformats.org/drawingml/2006/main">
            <a:pPr lvl="2">
              <a:buNone/>
            </a:pPr>
            <a:r>
              <a:t>Dritte Ebene</a:t>
            </a:r>
          </a:p>
        </p:txBody>
      </p:sp>
      <p:sp useBgFill="1">
        <p:nvSpPr>
          <p:cNvPr id="10" name="Titel 1">
            <a:extLst xmlns:a="http://schemas.openxmlformats.org/drawingml/2006/main">
              <a:ext uri="{FF2B5EF4-FFF2-40B4-BE49-F238E27FC236}">
                <a16:creationId xmlns:a16="http://schemas.microsoft.com/office/drawing/2014/main" id="{4EAFEDBE-2D70-46D5-83DA-C3D744D8323A}"/>
              </a:ext>
            </a:extLst>
          </p:cNvPr>
          <p:cNvSpPr>
            <a:spLocks xmlns:a="http://schemas.openxmlformats.org/drawingml/2006/main" noGrp="1"/>
          </p:cNvSpPr>
          <p:nvPr>
            <p:ph type="title" idx="0" hasCustomPrompt="1"/>
          </p:nvPr>
        </p:nvSpPr>
        <p:spPr>
          <a:xfrm xmlns:a="http://schemas.openxmlformats.org/drawingml/2006/main">
            <a:off x="319090" y="972000"/>
            <a:ext cx="8508999" cy="410369"/>
          </a:xfrm>
          <a:prstGeom xmlns:a="http://schemas.openxmlformats.org/drawingml/2006/main" prst="rect">
            <a:avLst/>
          </a:prstGeom>
          <a:ln xmlns:a="http://schemas.openxmlformats.org/drawingml/2006/main" w="9525">
            <a:noFill/>
          </a:ln>
        </p:spPr>
        <p:txBody>
          <a:bodyPr xmlns:a="http://schemas.openxmlformats.org/drawingml/2006/main" vert="horz" wrap="square" lIns="0" tIns="0" rIns="0" bIns="0" anchor="t">
            <a:spAutoFit/>
          </a:bodyPr>
          <a:lstStyle xmlns:a="http://schemas.openxmlformats.org/drawingml/2006/main">
            <a:lvl1pPr>
              <a:lnSpc>
                <a:spcPts val="3200"/>
              </a:lnSpc>
              <a:buNone/>
              <a:defRPr sz="2500"/>
            </a:lvl1pPr>
          </a:lstStyle>
          <a:p xmlns:a="http://schemas.openxmlformats.org/drawingml/2006/main">
            <a:pPr lvl="0">
              <a:buNone/>
            </a:pPr>
            <a:r>
              <a:t>Titel durch Klicken bearbeiten</a:t>
            </a:r>
          </a:p>
        </p:txBody>
      </p:sp>
      <p:sp useBgFill="1">
        <p:nvSpPr>
          <p:cNvPr id="5" name="Foliennummernplatzhalter 4">
            <a:extLst xmlns:a="http://schemas.openxmlformats.org/drawingml/2006/main">
              <a:ext uri="{FF2B5EF4-FFF2-40B4-BE49-F238E27FC236}">
                <a16:creationId xmlns:a16="http://schemas.microsoft.com/office/drawing/2014/main" id="{B8AE1CD6-3F0E-46DE-AD21-D49BE39A1D46}"/>
              </a:ext>
            </a:extLst>
          </p:cNvPr>
          <p:cNvSpPr>
            <a:spLocks xmlns:a="http://schemas.openxmlformats.org/drawingml/2006/main" noGrp="1"/>
          </p:cNvSpPr>
          <p:nvPr>
            <p:ph type="sldNum" idx="11"/>
          </p:nvPr>
        </p:nvSpPr>
        <p:spPr/>
        <p:txBody>
          <a:bodyPr xmlns:a="http://schemas.openxmlformats.org/drawingml/2006/main"/>
          <a:lstStyle xmlns:a="http://schemas.openxmlformats.org/drawingml/2006/main"/>
          <a:p xmlns:a="http://schemas.openxmlformats.org/drawingml/2006/main">
            <a:fld id="{CE58CB1E-F828-4F11-99E0-327109AF9DA4}" type="slidenum">
              <a:t>‹#›</a:t>
            </a:fld>
            <a:endParaRPr/>
          </a:p>
        </p:txBody>
      </p:sp>
      <p:sp useBgFill="1">
        <p:nvSpPr>
          <p:cNvPr id="7" name="Fußzeilenplatzhalter 6">
            <a:extLst xmlns:a="http://schemas.openxmlformats.org/drawingml/2006/main">
              <a:ext uri="{FF2B5EF4-FFF2-40B4-BE49-F238E27FC236}">
                <a16:creationId xmlns:a16="http://schemas.microsoft.com/office/drawing/2014/main" id="{2F987C6F-DB4B-4E99-A60D-B505DCB93826}"/>
              </a:ext>
            </a:extLst>
          </p:cNvPr>
          <p:cNvSpPr>
            <a:spLocks xmlns:a="http://schemas.openxmlformats.org/drawingml/2006/main" noGrp="1"/>
          </p:cNvSpPr>
          <p:nvPr>
            <p:ph type="ftr" idx="12"/>
          </p:nvPr>
        </p:nvSpPr>
        <p:spPr/>
        <p:txBody>
          <a:bodyPr xmlns:a="http://schemas.openxmlformats.org/drawingml/2006/main"/>
          <a:lstStyle xmlns:a="http://schemas.openxmlformats.org/drawingml/2006/main"/>
          <a:p xmlns:a="http://schemas.openxmlformats.org/drawingml/2006/main">
            <a:r>
              <a:t>Dr. rer. nat. Erika Mustermann (TUM) | kann beliebig erweitert werden | Infos mit Strich trennen</a:t>
            </a:r>
            <a:endParaRPr/>
          </a:p>
        </p:txBody>
      </p:sp>
      <p:sp useBgFill="1">
        <p:nvSpPr>
          <p:cNvPr id="6" name="Textplatzhalter 7">
            <a:extLst xmlns:a="http://schemas.openxmlformats.org/drawingml/2006/main">
              <a:ext uri="{FF2B5EF4-FFF2-40B4-BE49-F238E27FC236}">
                <a16:creationId xmlns:a16="http://schemas.microsoft.com/office/drawing/2014/main" id="{057281F2-6C8C-4FFD-99B5-8103DD2363D5}"/>
              </a:ext>
            </a:extLst>
          </p:cNvPr>
          <p:cNvSpPr>
            <a:spLocks xmlns:a="http://schemas.openxmlformats.org/drawingml/2006/main" noGrp="1"/>
          </p:cNvSpPr>
          <p:nvPr>
            <p:ph type="body" idx="13" hasCustomPrompt="1"/>
          </p:nvPr>
        </p:nvSpPr>
        <p:spPr>
          <a:xfrm xmlns:a="http://schemas.openxmlformats.org/drawingml/2006/main">
            <a:off x="319090" y="1600200"/>
            <a:ext cx="8508999" cy="505305"/>
          </a:xfrm>
          <a:prstGeom xmlns:a="http://schemas.openxmlformats.org/drawingml/2006/main" prst="rect">
            <a:avLst/>
          </a:prstGeom>
          <a:ln xmlns:a="http://schemas.openxmlformats.org/drawingml/2006/main" w="9525">
            <a:noFill/>
          </a:ln>
        </p:spPr>
        <p:txBody>
          <a:bodyPr xmlns:a="http://schemas.openxmlformats.org/drawingml/2006/main" vert="horz" wrap="square" lIns="0" tIns="0" rIns="0" bIns="0" anchor="t"/>
          <a:lstStyle xmlns:a="http://schemas.openxmlformats.org/drawingml/2006/main">
            <a:lvl1pPr>
              <a:lnSpc>
                <a:spcPct val="114000"/>
              </a:lnSpc>
              <a:buNone/>
              <a:defRPr sz="1400"/>
            </a:lvl1pPr>
          </a:lstStyle>
          <a:p xmlns:a="http://schemas.openxmlformats.org/drawingml/2006/main">
            <a:pPr lvl="0">
              <a:buNone/>
            </a:pPr>
            <a:r>
              <a:t>Inhalt durch Klicken bearbeiten</a:t>
            </a:r>
          </a:p>
        </p:txBody>
      </p:sp>
    </p:spTree>
  </p:cSld>
</p:sldLayout>
</file>

<file path=ppt/slideLayouts/slideLayout7.xml><?xml version="1.0" encoding="utf-8"?>
<p:sldLayout xmlns:p="http://schemas.openxmlformats.org/presentationml/2006/main" preserve="1" userDrawn="1">
  <p:cSld name="zwei Inhalte">
    <p:spTree>
      <p:nvGrpSpPr>
        <p:cNvPr id="1" name=""/>
        <p:cNvGrpSpPr/>
        <p:nvPr/>
      </p:nvGrpSpPr>
      <p:grpSpPr>
        <a:xfrm xmlns:a="http://schemas.openxmlformats.org/drawingml/2006/main"/>
      </p:grpSpPr>
      <p:sp>
        <p:nvSpPr>
          <p:cNvPr id="11" name="Inhaltsplatzhalter 2">
            <a:extLst xmlns:a="http://schemas.openxmlformats.org/drawingml/2006/main">
              <a:ext uri="{FF2B5EF4-FFF2-40B4-BE49-F238E27FC236}">
                <a16:creationId xmlns:a16="http://schemas.microsoft.com/office/drawing/2014/main" id="{62799458-CB4A-4EB9-9B66-E9ADE2071D3D}"/>
              </a:ext>
            </a:extLst>
          </p:cNvPr>
          <p:cNvSpPr>
            <a:spLocks xmlns:a="http://schemas.openxmlformats.org/drawingml/2006/main" noGrp="1"/>
          </p:cNvSpPr>
          <p:nvPr>
            <p:ph idx="14" hasCustomPrompt="1"/>
          </p:nvPr>
        </p:nvSpPr>
        <p:spPr>
          <a:xfrm xmlns:a="http://schemas.openxmlformats.org/drawingml/2006/main">
            <a:off x="319091" y="1602000"/>
            <a:ext cx="4180910" cy="3095626"/>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vert="horz" wrap="square" lIns="0" tIns="0" rIns="0" bIns="0" anchor="t"/>
          <a:lstStyle xmlns:a="http://schemas.openxmlformats.org/drawingml/2006/main">
            <a:lvl1pPr>
              <a:lnSpc>
                <a:spcPct val="114000"/>
              </a:lnSpc>
              <a:buNone/>
              <a:defRPr sz="1400"/>
            </a:lvl1pPr>
            <a:lvl2pPr>
              <a:lnSpc>
                <a:spcPct val="114000"/>
              </a:lnSpc>
              <a:buNone/>
              <a:defRPr sz="1400"/>
            </a:lvl2pPr>
            <a:lvl3pPr>
              <a:buNone/>
              <a:defRPr sz="1400" baseline="0"/>
            </a:lvl3pPr>
          </a:lstStyle>
          <a:p xmlns:a="http://schemas.openxmlformats.org/drawingml/2006/main">
            <a:pPr lvl="0">
              <a:buNone/>
            </a:pPr>
            <a:r>
              <a:t>Inhalt durch Klicken bearbeiten</a:t>
            </a:r>
          </a:p>
          <a:p xmlns:a="http://schemas.openxmlformats.org/drawingml/2006/main">
            <a:pPr lvl="1">
              <a:buNone/>
            </a:pPr>
            <a:r>
              <a:t>Zweite Ebene</a:t>
            </a:r>
          </a:p>
          <a:p xmlns:a="http://schemas.openxmlformats.org/drawingml/2006/main">
            <a:pPr lvl="2">
              <a:buNone/>
            </a:pPr>
            <a:r>
              <a:t>Dritte Ebene</a:t>
            </a:r>
          </a:p>
        </p:txBody>
      </p:sp>
      <p:sp>
        <p:nvSpPr>
          <p:cNvPr id="13" name="Inhaltsplatzhalter 2">
            <a:extLst xmlns:a="http://schemas.openxmlformats.org/drawingml/2006/main">
              <a:ext uri="{FF2B5EF4-FFF2-40B4-BE49-F238E27FC236}">
                <a16:creationId xmlns:a16="http://schemas.microsoft.com/office/drawing/2014/main" id="{2BC95A39-2701-434C-89C8-856C1D6F5594}"/>
              </a:ext>
            </a:extLst>
          </p:cNvPr>
          <p:cNvSpPr>
            <a:spLocks xmlns:a="http://schemas.openxmlformats.org/drawingml/2006/main" noGrp="1"/>
          </p:cNvSpPr>
          <p:nvPr>
            <p:ph idx="15" hasCustomPrompt="1"/>
          </p:nvPr>
        </p:nvSpPr>
        <p:spPr>
          <a:xfrm xmlns:a="http://schemas.openxmlformats.org/drawingml/2006/main">
            <a:off x="4647179" y="1602000"/>
            <a:ext cx="4180910" cy="3095626"/>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vert="horz" wrap="square" lIns="0" tIns="0" rIns="0" bIns="0" anchor="t"/>
          <a:lstStyle xmlns:a="http://schemas.openxmlformats.org/drawingml/2006/main">
            <a:lvl1pPr>
              <a:lnSpc>
                <a:spcPct val="114000"/>
              </a:lnSpc>
              <a:buNone/>
              <a:defRPr sz="1400"/>
            </a:lvl1pPr>
            <a:lvl2pPr>
              <a:lnSpc>
                <a:spcPct val="114000"/>
              </a:lnSpc>
              <a:buNone/>
              <a:defRPr sz="1400"/>
            </a:lvl2pPr>
            <a:lvl3pPr>
              <a:buNone/>
              <a:defRPr sz="1400" baseline="0"/>
            </a:lvl3pPr>
          </a:lstStyle>
          <a:p xmlns:a="http://schemas.openxmlformats.org/drawingml/2006/main">
            <a:pPr lvl="0">
              <a:buNone/>
            </a:pPr>
            <a:r>
              <a:t>Inhalt durch Klicken bearbeiten</a:t>
            </a:r>
          </a:p>
          <a:p xmlns:a="http://schemas.openxmlformats.org/drawingml/2006/main">
            <a:pPr lvl="1">
              <a:buNone/>
            </a:pPr>
            <a:r>
              <a:t>Zweite Ebene</a:t>
            </a:r>
          </a:p>
          <a:p xmlns:a="http://schemas.openxmlformats.org/drawingml/2006/main">
            <a:pPr lvl="2">
              <a:buNone/>
            </a:pPr>
            <a:r>
              <a:t>Dritte Ebene</a:t>
            </a:r>
          </a:p>
        </p:txBody>
      </p:sp>
      <p:sp>
        <p:nvSpPr>
          <p:cNvPr id="16" name="Titel 1">
            <a:extLst xmlns:a="http://schemas.openxmlformats.org/drawingml/2006/main">
              <a:ext uri="{FF2B5EF4-FFF2-40B4-BE49-F238E27FC236}">
                <a16:creationId xmlns:a16="http://schemas.microsoft.com/office/drawing/2014/main" id="{452D0CEA-5B5E-4D4D-83CA-61F1E255A729}"/>
              </a:ext>
            </a:extLst>
          </p:cNvPr>
          <p:cNvSpPr>
            <a:spLocks xmlns:a="http://schemas.openxmlformats.org/drawingml/2006/main" noGrp="1"/>
          </p:cNvSpPr>
          <p:nvPr>
            <p:ph type="title" idx="0" hasCustomPrompt="1"/>
          </p:nvPr>
        </p:nvSpPr>
        <p:spPr>
          <a:xfrm xmlns:a="http://schemas.openxmlformats.org/drawingml/2006/main">
            <a:off x="319090" y="972000"/>
            <a:ext cx="8508999" cy="410369"/>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vert="horz" wrap="square" lIns="0" tIns="0" rIns="0" bIns="0" anchor="t">
            <a:spAutoFit/>
          </a:bodyPr>
          <a:lstStyle xmlns:a="http://schemas.openxmlformats.org/drawingml/2006/main">
            <a:lvl1pPr>
              <a:lnSpc>
                <a:spcPts val="3200"/>
              </a:lnSpc>
              <a:buNone/>
              <a:defRPr sz="2500" baseline="0"/>
            </a:lvl1pPr>
          </a:lstStyle>
          <a:p xmlns:a="http://schemas.openxmlformats.org/drawingml/2006/main">
            <a:pPr lvl="0">
              <a:buNone/>
            </a:pPr>
            <a:r>
              <a:t>Titel durch Klicken bearbeiten</a:t>
            </a:r>
          </a:p>
        </p:txBody>
      </p:sp>
      <p:sp>
        <p:nvSpPr>
          <p:cNvPr id="6" name="Foliennummernplatzhalter 5">
            <a:extLst xmlns:a="http://schemas.openxmlformats.org/drawingml/2006/main">
              <a:ext uri="{FF2B5EF4-FFF2-40B4-BE49-F238E27FC236}">
                <a16:creationId xmlns:a16="http://schemas.microsoft.com/office/drawing/2014/main" id="{7496E6CB-354A-427A-BE4B-DF885A76945E}"/>
              </a:ext>
            </a:extLst>
          </p:cNvPr>
          <p:cNvSpPr>
            <a:spLocks xmlns:a="http://schemas.openxmlformats.org/drawingml/2006/main" noGrp="1"/>
          </p:cNvSpPr>
          <p:nvPr>
            <p:ph type="sldNum" idx="16"/>
          </p:nvPr>
        </p:nvSpPr>
        <p:spPr/>
        <p:txBody>
          <a:bodyPr xmlns:a="http://schemas.openxmlformats.org/drawingml/2006/main"/>
          <a:lstStyle xmlns:a="http://schemas.openxmlformats.org/drawingml/2006/main"/>
          <a:p xmlns:a="http://schemas.openxmlformats.org/drawingml/2006/main">
            <a:fld id="{CE58CB1E-F828-4F11-99E0-327109AF9DA4}" type="slidenum">
              <a:t>‹#›</a:t>
            </a:fld>
            <a:endParaRPr/>
          </a:p>
        </p:txBody>
      </p:sp>
      <p:sp>
        <p:nvSpPr>
          <p:cNvPr id="8" name="Fußzeilenplatzhalter 7">
            <a:extLst xmlns:a="http://schemas.openxmlformats.org/drawingml/2006/main">
              <a:ext uri="{FF2B5EF4-FFF2-40B4-BE49-F238E27FC236}">
                <a16:creationId xmlns:a16="http://schemas.microsoft.com/office/drawing/2014/main" id="{C0772956-9159-4CDC-8117-900D5786BEF3}"/>
              </a:ext>
            </a:extLst>
          </p:cNvPr>
          <p:cNvSpPr>
            <a:spLocks xmlns:a="http://schemas.openxmlformats.org/drawingml/2006/main" noGrp="1"/>
          </p:cNvSpPr>
          <p:nvPr>
            <p:ph type="ftr" idx="17"/>
          </p:nvPr>
        </p:nvSpPr>
        <p:spPr/>
        <p:txBody>
          <a:bodyPr xmlns:a="http://schemas.openxmlformats.org/drawingml/2006/main"/>
          <a:lstStyle xmlns:a="http://schemas.openxmlformats.org/drawingml/2006/main"/>
          <a:p xmlns:a="http://schemas.openxmlformats.org/drawingml/2006/main">
            <a:r>
              <a:t>Dr. rer. nat. Erika Mustermann (TUM) | kann beliebig erweitert werden | Infos mit Strich trennen</a:t>
            </a:r>
            <a:endParaRPr/>
          </a:p>
        </p:txBody>
      </p:sp>
    </p:spTree>
  </p:cSld>
</p:sldLayout>
</file>

<file path=ppt/slideLayouts/slideLayout8.xml><?xml version="1.0" encoding="utf-8"?>
<p:sldLayout xmlns:p="http://schemas.openxmlformats.org/presentationml/2006/main" preserve="1" userDrawn="1">
  <p:cSld name="Zwei Inhalte + Text">
    <p:spTree>
      <p:nvGrpSpPr>
        <p:cNvPr id="1" name=""/>
        <p:cNvGrpSpPr/>
        <p:nvPr/>
      </p:nvGrpSpPr>
      <p:grpSpPr>
        <a:xfrm xmlns:a="http://schemas.openxmlformats.org/drawingml/2006/main"/>
      </p:grpSpPr>
      <p:sp>
        <p:nvSpPr>
          <p:cNvPr id="18" name="Textplatzhalter 7">
            <a:extLst xmlns:a="http://schemas.openxmlformats.org/drawingml/2006/main">
              <a:ext uri="{FF2B5EF4-FFF2-40B4-BE49-F238E27FC236}">
                <a16:creationId xmlns:a16="http://schemas.microsoft.com/office/drawing/2014/main" id="{8A6501AE-1DDD-4D18-B094-0951349A3A69}"/>
              </a:ext>
            </a:extLst>
          </p:cNvPr>
          <p:cNvSpPr>
            <a:spLocks xmlns:a="http://schemas.openxmlformats.org/drawingml/2006/main" noGrp="1"/>
          </p:cNvSpPr>
          <p:nvPr>
            <p:ph type="body" idx="13" hasCustomPrompt="1"/>
          </p:nvPr>
        </p:nvSpPr>
        <p:spPr>
          <a:xfrm xmlns:a="http://schemas.openxmlformats.org/drawingml/2006/main">
            <a:off x="319090" y="1600200"/>
            <a:ext cx="8508999" cy="49578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vert="horz" wrap="square" lIns="0" tIns="0" rIns="0" bIns="0" anchor="t"/>
          <a:lstStyle xmlns:a="http://schemas.openxmlformats.org/drawingml/2006/main">
            <a:lvl1pPr>
              <a:lnSpc>
                <a:spcPct val="114000"/>
              </a:lnSpc>
              <a:buNone/>
              <a:defRPr sz="1400"/>
            </a:lvl1pPr>
          </a:lstStyle>
          <a:p xmlns:a="http://schemas.openxmlformats.org/drawingml/2006/main">
            <a:pPr lvl="0">
              <a:buNone/>
            </a:pPr>
            <a:r>
              <a:t>Inhalt durch Klicken bearbeiten</a:t>
            </a:r>
          </a:p>
        </p:txBody>
      </p:sp>
      <p:sp>
        <p:nvSpPr>
          <p:cNvPr id="13" name="Titel 1">
            <a:extLst xmlns:a="http://schemas.openxmlformats.org/drawingml/2006/main">
              <a:ext uri="{FF2B5EF4-FFF2-40B4-BE49-F238E27FC236}">
                <a16:creationId xmlns:a16="http://schemas.microsoft.com/office/drawing/2014/main" id="{E59AED48-885E-494F-97E4-B224C2FCBDEB}"/>
              </a:ext>
            </a:extLst>
          </p:cNvPr>
          <p:cNvSpPr>
            <a:spLocks xmlns:a="http://schemas.openxmlformats.org/drawingml/2006/main" noGrp="1"/>
          </p:cNvSpPr>
          <p:nvPr>
            <p:ph type="title" idx="0" hasCustomPrompt="1"/>
          </p:nvPr>
        </p:nvSpPr>
        <p:spPr>
          <a:xfrm xmlns:a="http://schemas.openxmlformats.org/drawingml/2006/main">
            <a:off x="319090" y="972000"/>
            <a:ext cx="8508999" cy="410369"/>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vert="horz" wrap="square" lIns="0" tIns="0" rIns="0" bIns="0" anchor="t">
            <a:spAutoFit/>
          </a:bodyPr>
          <a:lstStyle xmlns:a="http://schemas.openxmlformats.org/drawingml/2006/main">
            <a:lvl1pPr>
              <a:lnSpc>
                <a:spcPts val="3200"/>
              </a:lnSpc>
              <a:buNone/>
              <a:defRPr sz="2500"/>
            </a:lvl1pPr>
          </a:lstStyle>
          <a:p xmlns:a="http://schemas.openxmlformats.org/drawingml/2006/main">
            <a:pPr lvl="0">
              <a:buNone/>
            </a:pPr>
            <a:r>
              <a:t>Titel durch Klicken bearbeiten</a:t>
            </a:r>
          </a:p>
        </p:txBody>
      </p:sp>
      <p:sp>
        <p:nvSpPr>
          <p:cNvPr id="7" name="Foliennummernplatzhalter 6">
            <a:extLst xmlns:a="http://schemas.openxmlformats.org/drawingml/2006/main">
              <a:ext uri="{FF2B5EF4-FFF2-40B4-BE49-F238E27FC236}">
                <a16:creationId xmlns:a16="http://schemas.microsoft.com/office/drawing/2014/main" id="{6AD9D1CB-43E0-416F-ABFB-59F2E4CF48A2}"/>
              </a:ext>
            </a:extLst>
          </p:cNvPr>
          <p:cNvSpPr>
            <a:spLocks xmlns:a="http://schemas.openxmlformats.org/drawingml/2006/main" noGrp="1"/>
          </p:cNvSpPr>
          <p:nvPr>
            <p:ph type="sldNum" idx="15"/>
          </p:nvPr>
        </p:nvSpPr>
        <p:spPr/>
        <p:txBody>
          <a:bodyPr xmlns:a="http://schemas.openxmlformats.org/drawingml/2006/main"/>
          <a:lstStyle xmlns:a="http://schemas.openxmlformats.org/drawingml/2006/main"/>
          <a:p xmlns:a="http://schemas.openxmlformats.org/drawingml/2006/main">
            <a:fld id="{CE58CB1E-F828-4F11-99E0-327109AF9DA4}" type="slidenum">
              <a:t>‹#›</a:t>
            </a:fld>
            <a:endParaRPr/>
          </a:p>
        </p:txBody>
      </p:sp>
      <p:sp>
        <p:nvSpPr>
          <p:cNvPr id="12" name="Fußzeilenplatzhalter 11">
            <a:extLst xmlns:a="http://schemas.openxmlformats.org/drawingml/2006/main">
              <a:ext uri="{FF2B5EF4-FFF2-40B4-BE49-F238E27FC236}">
                <a16:creationId xmlns:a16="http://schemas.microsoft.com/office/drawing/2014/main" id="{FDAB75F3-3579-4BB5-BE66-83821E75DE43}"/>
              </a:ext>
            </a:extLst>
          </p:cNvPr>
          <p:cNvSpPr>
            <a:spLocks xmlns:a="http://schemas.openxmlformats.org/drawingml/2006/main" noGrp="1"/>
          </p:cNvSpPr>
          <p:nvPr>
            <p:ph type="ftr" idx="16"/>
          </p:nvPr>
        </p:nvSpPr>
        <p:spPr/>
        <p:txBody>
          <a:bodyPr xmlns:a="http://schemas.openxmlformats.org/drawingml/2006/main"/>
          <a:lstStyle xmlns:a="http://schemas.openxmlformats.org/drawingml/2006/main"/>
          <a:p xmlns:a="http://schemas.openxmlformats.org/drawingml/2006/main">
            <a:r>
              <a:t>Dr. rer. nat. Erika Mustermann (TUM) | kann beliebig erweitert werden | Infos mit Strich trennen</a:t>
            </a:r>
          </a:p>
        </p:txBody>
      </p:sp>
      <p:sp>
        <p:nvSpPr>
          <p:cNvPr id="8" name="Inhaltsplatzhalter 9">
            <a:extLst xmlns:a="http://schemas.openxmlformats.org/drawingml/2006/main">
              <a:ext uri="{FF2B5EF4-FFF2-40B4-BE49-F238E27FC236}">
                <a16:creationId xmlns:a16="http://schemas.microsoft.com/office/drawing/2014/main" id="{3285403D-3155-4B08-9A31-EA03C8B04C85}"/>
              </a:ext>
            </a:extLst>
          </p:cNvPr>
          <p:cNvSpPr>
            <a:spLocks xmlns:a="http://schemas.openxmlformats.org/drawingml/2006/main" noGrp="1"/>
          </p:cNvSpPr>
          <p:nvPr>
            <p:ph idx="18"/>
          </p:nvPr>
        </p:nvSpPr>
        <p:spPr>
          <a:xfrm xmlns:a="http://schemas.openxmlformats.org/drawingml/2006/main">
            <a:off x="316992" y="2148752"/>
            <a:ext cx="4188333" cy="2547074"/>
          </a:xfrm>
          <a:prstGeom xmlns:a="http://schemas.openxmlformats.org/drawingml/2006/main" prst="rect">
            <a:avLst/>
          </a:prstGeom>
        </p:spPr>
        <p:txBody>
          <a:bodyPr xmlns:a="http://schemas.openxmlformats.org/drawingml/2006/main" lIns="0" rIns="0"/>
          <a:lstStyle xmlns:a="http://schemas.openxmlformats.org/drawingml/2006/main">
            <a:lvl1pPr>
              <a:buNone/>
              <a:defRPr sz="1400" kern="1200">
                <a:solidFill>
                  <a:schemeClr val="tx1"/>
                </a:solidFill>
                <a:latin typeface="+mn-lt"/>
                <a:ea typeface="+mn-lt"/>
                <a:cs typeface="+mn-lt"/>
              </a:defRPr>
            </a:lvl1pPr>
            <a:lvl2pPr>
              <a:buNone/>
              <a:defRPr sz="1400"/>
            </a:lvl2pPr>
            <a:lvl3pPr>
              <a:buNone/>
              <a:defRPr sz="1400" baseline="0"/>
            </a:lvl3pPr>
          </a:lstStyle>
          <a:p xmlns:a="http://schemas.openxmlformats.org/drawingml/2006/main">
            <a:pPr lvl="0">
              <a:buNone/>
            </a:pPr>
            <a:r>
              <a:t>Textmasterformate durch Klicken bearbeiten</a:t>
            </a:r>
          </a:p>
          <a:p xmlns:a="http://schemas.openxmlformats.org/drawingml/2006/main">
            <a:pPr lvl="1">
              <a:buNone/>
            </a:pPr>
            <a:r>
              <a:t>Zweite Ebene</a:t>
            </a:r>
          </a:p>
          <a:p xmlns:a="http://schemas.openxmlformats.org/drawingml/2006/main">
            <a:pPr lvl="2">
              <a:buNone/>
            </a:pPr>
            <a:r>
              <a:t>Dritte Ebene</a:t>
            </a:r>
          </a:p>
        </p:txBody>
      </p:sp>
      <p:sp>
        <p:nvSpPr>
          <p:cNvPr id="11" name="Bildplatzhalter 2">
            <a:extLst xmlns:a="http://schemas.openxmlformats.org/drawingml/2006/main">
              <a:ext uri="{FF2B5EF4-FFF2-40B4-BE49-F238E27FC236}">
                <a16:creationId xmlns:a16="http://schemas.microsoft.com/office/drawing/2014/main" id="{EC0BE4ED-25BE-4EF1-B9A0-239B0BDBB1FF}"/>
              </a:ext>
            </a:extLst>
          </p:cNvPr>
          <p:cNvSpPr>
            <a:spLocks xmlns:a="http://schemas.openxmlformats.org/drawingml/2006/main" noGrp="1"/>
          </p:cNvSpPr>
          <p:nvPr>
            <p:ph type="pic" idx="14" hasCustomPrompt="1"/>
          </p:nvPr>
        </p:nvSpPr>
        <p:spPr>
          <a:xfrm xmlns:a="http://schemas.openxmlformats.org/drawingml/2006/main">
            <a:off x="4648200" y="2148840"/>
            <a:ext cx="4180392" cy="2546911"/>
          </a:xfrm>
          <a:prstGeom xmlns:a="http://schemas.openxmlformats.org/drawingml/2006/main" prst="rect">
            <a:avLst/>
          </a:prstGeom>
        </p:spPr>
        <p:txBody>
          <a:bodyPr xmlns:a="http://schemas.openxmlformats.org/drawingml/2006/main"/>
          <a:lstStyle xmlns:a="http://schemas.openxmlformats.org/drawingml/2006/main">
            <a:lvl1pPr>
              <a:lnSpc>
                <a:spcPct val="114000"/>
              </a:lnSpc>
              <a:buNone/>
              <a:defRPr sz="1400"/>
            </a:lvl1pPr>
          </a:lstStyle>
          <a:p xmlns:a="http://schemas.openxmlformats.org/drawingml/2006/main">
            <a:endParaRPr/>
          </a:p>
        </p:txBody>
      </p:sp>
    </p:spTree>
  </p:cSld>
</p:sldLayout>
</file>

<file path=ppt/slideLayouts/slideLayout9.xml><?xml version="1.0" encoding="utf-8"?>
<p:sldLayout xmlns:p="http://schemas.openxmlformats.org/presentationml/2006/main" preserve="1" userDrawn="1">
  <p:cSld name="Zwei Inhalte + Text (Hintergrund)">
    <p:spTree>
      <p:nvGrpSpPr>
        <p:cNvPr id="1" name=""/>
        <p:cNvGrpSpPr/>
        <p:nvPr/>
      </p:nvGrpSpPr>
      <p:grpSpPr>
        <a:xfrm xmlns:a="http://schemas.openxmlformats.org/drawingml/2006/main"/>
      </p:grpSpPr>
      <p:sp>
        <p:nvSpPr>
          <p:cNvPr id="9" name="Rechteck 8">
            <a:extLst xmlns:a="http://schemas.openxmlformats.org/drawingml/2006/main">
              <a:ext uri="{FF2B5EF4-FFF2-40B4-BE49-F238E27FC236}">
                <a16:creationId xmlns:a16="http://schemas.microsoft.com/office/drawing/2014/main" id="{870DB5A7-9F6B-4AA8-AFD1-39ED5AC79245}"/>
              </a:ext>
            </a:extLst>
          </p:cNvPr>
          <p:cNvSpPr>
            <a:spLocks xmlns:a="http://schemas.openxmlformats.org/drawingml/2006/main" noGrp="1"/>
          </p:cNvSpPr>
          <p:nvPr/>
        </p:nvSpPr>
        <p:spPr>
          <a:xfrm xmlns:a="http://schemas.openxmlformats.org/drawingml/2006/main">
            <a:off x="0" y="2152650"/>
            <a:ext cx="9144000" cy="2990850"/>
          </a:xfrm>
          <a:prstGeom xmlns:a="http://schemas.openxmlformats.org/drawingml/2006/main" prst="rect">
            <a:avLst/>
          </a:prstGeom>
          <a:solidFill xmlns:a="http://schemas.openxmlformats.org/drawingml/2006/main">
            <a:schemeClr val="bg1">
              <a:lumMod val="95000"/>
            </a:schemeClr>
          </a:solidFill>
          <a:ln xmlns:a="http://schemas.openxmlformats.org/drawingml/2006/main" w="9525" cmpd="sng">
            <a:noFill/>
            <a:prstDash val="solid"/>
            <a:headEnd type="none" w="med" len="med"/>
            <a:tailEnd type="none" w="med" len="med"/>
          </a:ln>
        </p:spPr>
        <p:txBody>
          <a:bodyPr xmlns:a="http://schemas.openxmlformats.org/drawingml/2006/main" vert="horz" wrap="square" lIns="91440" tIns="45720" rIns="91440" bIns="45720" anchor="t"/>
          <a:lstStyle xmlns:a="http://schemas.openxmlformats.org/drawingml/2006/main"/>
          <a:p xmlns:a="http://schemas.openxmlformats.org/drawingml/2006/main">
            <a:pPr algn="r">
              <a:buNone/>
            </a:pPr>
            <a:endParaRPr sz="1000">
              <a:latin typeface="Arial"/>
              <a:ea typeface="Arial"/>
              <a:cs typeface="Arial"/>
            </a:endParaRPr>
          </a:p>
        </p:txBody>
      </p:sp>
      <p:sp>
        <p:nvSpPr>
          <p:cNvPr id="13" name="Titel 1">
            <a:extLst xmlns:a="http://schemas.openxmlformats.org/drawingml/2006/main">
              <a:ext uri="{FF2B5EF4-FFF2-40B4-BE49-F238E27FC236}">
                <a16:creationId xmlns:a16="http://schemas.microsoft.com/office/drawing/2014/main" id="{C616437F-854F-4CD7-9B39-87948E0F9879}"/>
              </a:ext>
            </a:extLst>
          </p:cNvPr>
          <p:cNvSpPr>
            <a:spLocks xmlns:a="http://schemas.openxmlformats.org/drawingml/2006/main" noGrp="1"/>
          </p:cNvSpPr>
          <p:nvPr>
            <p:ph type="title" idx="0" hasCustomPrompt="1"/>
          </p:nvPr>
        </p:nvSpPr>
        <p:spPr>
          <a:xfrm xmlns:a="http://schemas.openxmlformats.org/drawingml/2006/main">
            <a:off x="319090" y="972000"/>
            <a:ext cx="8508999" cy="410369"/>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vert="horz" wrap="square" lIns="0" tIns="0" rIns="0" bIns="0" anchor="t">
            <a:spAutoFit/>
          </a:bodyPr>
          <a:lstStyle xmlns:a="http://schemas.openxmlformats.org/drawingml/2006/main">
            <a:lvl1pPr>
              <a:lnSpc>
                <a:spcPts val="3200"/>
              </a:lnSpc>
              <a:buNone/>
              <a:defRPr sz="2500"/>
            </a:lvl1pPr>
          </a:lstStyle>
          <a:p xmlns:a="http://schemas.openxmlformats.org/drawingml/2006/main">
            <a:pPr lvl="0">
              <a:buNone/>
            </a:pPr>
            <a:r>
              <a:t>Titel durch Klicken bearbeiten</a:t>
            </a:r>
          </a:p>
        </p:txBody>
      </p:sp>
      <p:sp>
        <p:nvSpPr>
          <p:cNvPr id="7" name="Foliennummernplatzhalter 6">
            <a:extLst xmlns:a="http://schemas.openxmlformats.org/drawingml/2006/main">
              <a:ext uri="{FF2B5EF4-FFF2-40B4-BE49-F238E27FC236}">
                <a16:creationId xmlns:a16="http://schemas.microsoft.com/office/drawing/2014/main" id="{FB5A770E-23E8-443D-9E18-D65E314141D2}"/>
              </a:ext>
            </a:extLst>
          </p:cNvPr>
          <p:cNvSpPr>
            <a:spLocks xmlns:a="http://schemas.openxmlformats.org/drawingml/2006/main" noGrp="1"/>
          </p:cNvSpPr>
          <p:nvPr>
            <p:ph type="sldNum" idx="15"/>
          </p:nvPr>
        </p:nvSpPr>
        <p:spPr/>
        <p:txBody>
          <a:bodyPr xmlns:a="http://schemas.openxmlformats.org/drawingml/2006/main"/>
          <a:lstStyle xmlns:a="http://schemas.openxmlformats.org/drawingml/2006/main"/>
          <a:p xmlns:a="http://schemas.openxmlformats.org/drawingml/2006/main">
            <a:fld id="{CE58CB1E-F828-4F11-99E0-327109AF9DA4}" type="slidenum">
              <a:t>‹#›</a:t>
            </a:fld>
            <a:endParaRPr/>
          </a:p>
        </p:txBody>
      </p:sp>
      <p:sp>
        <p:nvSpPr>
          <p:cNvPr id="12" name="Fußzeilenplatzhalter 11">
            <a:extLst xmlns:a="http://schemas.openxmlformats.org/drawingml/2006/main">
              <a:ext uri="{FF2B5EF4-FFF2-40B4-BE49-F238E27FC236}">
                <a16:creationId xmlns:a16="http://schemas.microsoft.com/office/drawing/2014/main" id="{C3F0932E-C85E-4B9F-9B3E-94B67B863BF0}"/>
              </a:ext>
            </a:extLst>
          </p:cNvPr>
          <p:cNvSpPr>
            <a:spLocks xmlns:a="http://schemas.openxmlformats.org/drawingml/2006/main" noGrp="1"/>
          </p:cNvSpPr>
          <p:nvPr>
            <p:ph type="ftr" idx="16"/>
          </p:nvPr>
        </p:nvSpPr>
        <p:spPr/>
        <p:txBody>
          <a:bodyPr xmlns:a="http://schemas.openxmlformats.org/drawingml/2006/main"/>
          <a:lstStyle xmlns:a="http://schemas.openxmlformats.org/drawingml/2006/main"/>
          <a:p xmlns:a="http://schemas.openxmlformats.org/drawingml/2006/main">
            <a:r>
              <a:t>Dr. rer. nat. Erika Mustermann (TUM) | kann beliebig erweitert werden | Infos mit Strich trennen</a:t>
            </a:r>
          </a:p>
        </p:txBody>
      </p:sp>
      <p:sp>
        <p:nvSpPr>
          <p:cNvPr id="8" name="Inhaltsplatzhalter 9">
            <a:extLst xmlns:a="http://schemas.openxmlformats.org/drawingml/2006/main">
              <a:ext uri="{FF2B5EF4-FFF2-40B4-BE49-F238E27FC236}">
                <a16:creationId xmlns:a16="http://schemas.microsoft.com/office/drawing/2014/main" id="{78B3244E-9E5E-49FB-9AEC-76B8D90C1C4C}"/>
              </a:ext>
            </a:extLst>
          </p:cNvPr>
          <p:cNvSpPr>
            <a:spLocks xmlns:a="http://schemas.openxmlformats.org/drawingml/2006/main" noGrp="1"/>
          </p:cNvSpPr>
          <p:nvPr>
            <p:ph idx="18"/>
          </p:nvPr>
        </p:nvSpPr>
        <p:spPr>
          <a:xfrm xmlns:a="http://schemas.openxmlformats.org/drawingml/2006/main">
            <a:off x="316992" y="2152650"/>
            <a:ext cx="4197858" cy="2552700"/>
          </a:xfrm>
          <a:prstGeom xmlns:a="http://schemas.openxmlformats.org/drawingml/2006/main" prst="rect">
            <a:avLst/>
          </a:prstGeom>
        </p:spPr>
        <p:txBody>
          <a:bodyPr xmlns:a="http://schemas.openxmlformats.org/drawingml/2006/main" lIns="0" rIns="0"/>
          <a:lstStyle xmlns:a="http://schemas.openxmlformats.org/drawingml/2006/main">
            <a:lvl1pPr>
              <a:buNone/>
              <a:defRPr sz="1400" kern="1200">
                <a:solidFill>
                  <a:schemeClr val="tx1"/>
                </a:solidFill>
                <a:latin typeface="+mn-lt"/>
                <a:ea typeface="+mn-lt"/>
                <a:cs typeface="+mn-lt"/>
              </a:defRPr>
            </a:lvl1pPr>
            <a:lvl2pPr>
              <a:buNone/>
              <a:defRPr sz="1400"/>
            </a:lvl2pPr>
            <a:lvl3pPr>
              <a:buNone/>
              <a:defRPr sz="1400" baseline="0"/>
            </a:lvl3pPr>
          </a:lstStyle>
          <a:p xmlns:a="http://schemas.openxmlformats.org/drawingml/2006/main">
            <a:pPr lvl="0">
              <a:buNone/>
            </a:pPr>
            <a:r>
              <a:t>Textmasterformate durch Klicken bearbeiten</a:t>
            </a:r>
          </a:p>
          <a:p xmlns:a="http://schemas.openxmlformats.org/drawingml/2006/main">
            <a:pPr lvl="1">
              <a:buNone/>
            </a:pPr>
            <a:r>
              <a:t>Zweite Ebene</a:t>
            </a:r>
          </a:p>
          <a:p xmlns:a="http://schemas.openxmlformats.org/drawingml/2006/main">
            <a:pPr lvl="2">
              <a:buNone/>
            </a:pPr>
            <a:r>
              <a:t>Dritte Ebene</a:t>
            </a:r>
          </a:p>
        </p:txBody>
      </p:sp>
      <p:sp>
        <p:nvSpPr>
          <p:cNvPr id="11" name="Bildplatzhalter 2">
            <a:extLst xmlns:a="http://schemas.openxmlformats.org/drawingml/2006/main">
              <a:ext uri="{FF2B5EF4-FFF2-40B4-BE49-F238E27FC236}">
                <a16:creationId xmlns:a16="http://schemas.microsoft.com/office/drawing/2014/main" id="{FAE80D48-EFA0-4856-AFFC-158F2467D27A}"/>
              </a:ext>
            </a:extLst>
          </p:cNvPr>
          <p:cNvSpPr>
            <a:spLocks xmlns:a="http://schemas.openxmlformats.org/drawingml/2006/main" noGrp="1"/>
          </p:cNvSpPr>
          <p:nvPr>
            <p:ph type="pic" idx="14" hasCustomPrompt="1"/>
          </p:nvPr>
        </p:nvSpPr>
        <p:spPr>
          <a:xfrm xmlns:a="http://schemas.openxmlformats.org/drawingml/2006/main">
            <a:off x="4648200" y="2143125"/>
            <a:ext cx="4180392" cy="2543176"/>
          </a:xfrm>
          <a:prstGeom xmlns:a="http://schemas.openxmlformats.org/drawingml/2006/main" prst="rect">
            <a:avLst/>
          </a:prstGeom>
        </p:spPr>
        <p:txBody>
          <a:bodyPr xmlns:a="http://schemas.openxmlformats.org/drawingml/2006/main"/>
          <a:lstStyle xmlns:a="http://schemas.openxmlformats.org/drawingml/2006/main">
            <a:lvl1pPr>
              <a:lnSpc>
                <a:spcPct val="114000"/>
              </a:lnSpc>
              <a:buNone/>
              <a:defRPr sz="1400"/>
            </a:lvl1pPr>
          </a:lstStyle>
          <a:p xmlns:a="http://schemas.openxmlformats.org/drawingml/2006/main">
            <a:endParaRPr/>
          </a:p>
        </p:txBody>
      </p:sp>
      <p:sp>
        <p:nvSpPr>
          <p:cNvPr id="10" name="Textplatzhalter 7">
            <a:extLst xmlns:a="http://schemas.openxmlformats.org/drawingml/2006/main">
              <a:ext uri="{FF2B5EF4-FFF2-40B4-BE49-F238E27FC236}">
                <a16:creationId xmlns:a16="http://schemas.microsoft.com/office/drawing/2014/main" id="{F4F9FED1-9B1B-49E6-957E-40E1816052B0}"/>
              </a:ext>
            </a:extLst>
          </p:cNvPr>
          <p:cNvSpPr>
            <a:spLocks xmlns:a="http://schemas.openxmlformats.org/drawingml/2006/main" noGrp="1"/>
          </p:cNvSpPr>
          <p:nvPr>
            <p:ph type="body" idx="19" hasCustomPrompt="1"/>
          </p:nvPr>
        </p:nvSpPr>
        <p:spPr>
          <a:xfrm xmlns:a="http://schemas.openxmlformats.org/drawingml/2006/main">
            <a:off x="319090" y="1600200"/>
            <a:ext cx="8508999" cy="49578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vert="horz" wrap="square" lIns="0" tIns="0" rIns="0" bIns="0" anchor="t"/>
          <a:lstStyle xmlns:a="http://schemas.openxmlformats.org/drawingml/2006/main">
            <a:lvl1pPr>
              <a:lnSpc>
                <a:spcPct val="114000"/>
              </a:lnSpc>
              <a:buNone/>
              <a:defRPr sz="1400"/>
            </a:lvl1pPr>
          </a:lstStyle>
          <a:p xmlns:a="http://schemas.openxmlformats.org/drawingml/2006/main">
            <a:pPr lvl="0">
              <a:buNone/>
            </a:pPr>
            <a:r>
              <a:t>Inhalt durch Klicken bearbeiten</a:t>
            </a:r>
          </a:p>
        </p:txBody>
      </p:sp>
    </p:spTree>
  </p:cSld>
</p:sldLayout>
</file>

<file path=ppt/slideLayouts/slideLayout10.xml><?xml version="1.0" encoding="utf-8"?>
<p:sldLayout xmlns:p="http://schemas.openxmlformats.org/presentationml/2006/main" preserve="1" userDrawn="1">
  <p:cSld name="große Bilder">
    <p:spTree>
      <p:nvGrpSpPr>
        <p:cNvPr id="1" name=""/>
        <p:cNvGrpSpPr/>
        <p:nvPr/>
      </p:nvGrpSpPr>
      <p:grpSpPr>
        <a:xfrm xmlns:a="http://schemas.openxmlformats.org/drawingml/2006/main"/>
      </p:grpSpPr>
      <p:sp>
        <p:nvSpPr>
          <p:cNvPr id="13" name="Titel 1">
            <a:extLst xmlns:a="http://schemas.openxmlformats.org/drawingml/2006/main">
              <a:ext uri="{FF2B5EF4-FFF2-40B4-BE49-F238E27FC236}">
                <a16:creationId xmlns:a16="http://schemas.microsoft.com/office/drawing/2014/main" id="{79B5967D-73FC-4BA4-9857-3E692BDB08DC}"/>
              </a:ext>
            </a:extLst>
          </p:cNvPr>
          <p:cNvSpPr>
            <a:spLocks xmlns:a="http://schemas.openxmlformats.org/drawingml/2006/main" noGrp="1"/>
          </p:cNvSpPr>
          <p:nvPr>
            <p:ph type="title" idx="0" hasCustomPrompt="1"/>
          </p:nvPr>
        </p:nvSpPr>
        <p:spPr>
          <a:xfrm xmlns:a="http://schemas.openxmlformats.org/drawingml/2006/main">
            <a:off x="319090" y="972000"/>
            <a:ext cx="8508999" cy="410369"/>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vert="horz" wrap="square" lIns="0" tIns="0" rIns="0" bIns="0" anchor="t">
            <a:spAutoFit/>
          </a:bodyPr>
          <a:lstStyle xmlns:a="http://schemas.openxmlformats.org/drawingml/2006/main">
            <a:lvl1pPr>
              <a:lnSpc>
                <a:spcPts val="3200"/>
              </a:lnSpc>
              <a:buNone/>
              <a:defRPr sz="2500"/>
            </a:lvl1pPr>
          </a:lstStyle>
          <a:p xmlns:a="http://schemas.openxmlformats.org/drawingml/2006/main">
            <a:pPr lvl="0">
              <a:buNone/>
            </a:pPr>
            <a:r>
              <a:t>Titel durch Klicken bearbeiten</a:t>
            </a:r>
          </a:p>
        </p:txBody>
      </p:sp>
      <p:sp>
        <p:nvSpPr>
          <p:cNvPr id="7" name="Foliennummernplatzhalter 6">
            <a:extLst xmlns:a="http://schemas.openxmlformats.org/drawingml/2006/main">
              <a:ext uri="{FF2B5EF4-FFF2-40B4-BE49-F238E27FC236}">
                <a16:creationId xmlns:a16="http://schemas.microsoft.com/office/drawing/2014/main" id="{904D3434-7ED8-4B2C-8A2A-623DB8067886}"/>
              </a:ext>
            </a:extLst>
          </p:cNvPr>
          <p:cNvSpPr>
            <a:spLocks xmlns:a="http://schemas.openxmlformats.org/drawingml/2006/main" noGrp="1"/>
          </p:cNvSpPr>
          <p:nvPr>
            <p:ph type="sldNum" idx="15"/>
          </p:nvPr>
        </p:nvSpPr>
        <p:spPr/>
        <p:txBody>
          <a:bodyPr xmlns:a="http://schemas.openxmlformats.org/drawingml/2006/main"/>
          <a:lstStyle xmlns:a="http://schemas.openxmlformats.org/drawingml/2006/main"/>
          <a:p xmlns:a="http://schemas.openxmlformats.org/drawingml/2006/main">
            <a:fld id="{CE58CB1E-F828-4F11-99E0-327109AF9DA4}" type="slidenum">
              <a:t>‹#›</a:t>
            </a:fld>
            <a:endParaRPr/>
          </a:p>
        </p:txBody>
      </p:sp>
      <p:sp>
        <p:nvSpPr>
          <p:cNvPr id="12" name="Fußzeilenplatzhalter 11">
            <a:extLst xmlns:a="http://schemas.openxmlformats.org/drawingml/2006/main">
              <a:ext uri="{FF2B5EF4-FFF2-40B4-BE49-F238E27FC236}">
                <a16:creationId xmlns:a16="http://schemas.microsoft.com/office/drawing/2014/main" id="{6A84E2A2-3FDA-45AC-B48F-54916A4EBF19}"/>
              </a:ext>
            </a:extLst>
          </p:cNvPr>
          <p:cNvSpPr>
            <a:spLocks xmlns:a="http://schemas.openxmlformats.org/drawingml/2006/main" noGrp="1"/>
          </p:cNvSpPr>
          <p:nvPr>
            <p:ph type="ftr" idx="16"/>
          </p:nvPr>
        </p:nvSpPr>
        <p:spPr/>
        <p:txBody>
          <a:bodyPr xmlns:a="http://schemas.openxmlformats.org/drawingml/2006/main"/>
          <a:lstStyle xmlns:a="http://schemas.openxmlformats.org/drawingml/2006/main"/>
          <a:p xmlns:a="http://schemas.openxmlformats.org/drawingml/2006/main">
            <a:r>
              <a:t>Dr. rer. nat. Erika Mustermann (TUM) | kann beliebig erweitert werden | Infos mit Strich trennen</a:t>
            </a:r>
          </a:p>
        </p:txBody>
      </p:sp>
      <p:sp>
        <p:nvSpPr>
          <p:cNvPr id="9" name="Bildplatzhalter 8">
            <a:extLst xmlns:a="http://schemas.openxmlformats.org/drawingml/2006/main">
              <a:ext uri="{FF2B5EF4-FFF2-40B4-BE49-F238E27FC236}">
                <a16:creationId xmlns:a16="http://schemas.microsoft.com/office/drawing/2014/main" id="{855B8718-CC9C-4CD3-8482-246E297B9FB9}"/>
              </a:ext>
            </a:extLst>
          </p:cNvPr>
          <p:cNvSpPr>
            <a:spLocks xmlns:a="http://schemas.openxmlformats.org/drawingml/2006/main" noGrp="1"/>
          </p:cNvSpPr>
          <p:nvPr>
            <p:ph type="pic" idx="17"/>
          </p:nvPr>
        </p:nvSpPr>
        <p:spPr>
          <a:xfrm xmlns:a="http://schemas.openxmlformats.org/drawingml/2006/main">
            <a:off x="0" y="2133600"/>
            <a:ext cx="9144000" cy="3009900"/>
          </a:xfrm>
          <a:prstGeom xmlns:a="http://schemas.openxmlformats.org/drawingml/2006/main" prst="rect">
            <a:avLst/>
          </a:prstGeom>
        </p:spPr>
        <p:txBody>
          <a:bodyPr xmlns:a="http://schemas.openxmlformats.org/drawingml/2006/main"/>
          <a:lstStyle xmlns:a="http://schemas.openxmlformats.org/drawingml/2006/main">
            <a:lvl1pPr>
              <a:buNone/>
              <a:defRPr sz="1400"/>
            </a:lvl1pPr>
          </a:lstStyle>
          <a:p xmlns:a="http://schemas.openxmlformats.org/drawingml/2006/main">
            <a:endParaRPr/>
          </a:p>
        </p:txBody>
      </p:sp>
      <p:sp>
        <p:nvSpPr>
          <p:cNvPr id="8" name="Textplatzhalter 7">
            <a:extLst xmlns:a="http://schemas.openxmlformats.org/drawingml/2006/main">
              <a:ext uri="{FF2B5EF4-FFF2-40B4-BE49-F238E27FC236}">
                <a16:creationId xmlns:a16="http://schemas.microsoft.com/office/drawing/2014/main" id="{3712A200-AA3A-4303-A1BC-A6D040DC1542}"/>
              </a:ext>
            </a:extLst>
          </p:cNvPr>
          <p:cNvSpPr>
            <a:spLocks xmlns:a="http://schemas.openxmlformats.org/drawingml/2006/main" noGrp="1"/>
          </p:cNvSpPr>
          <p:nvPr>
            <p:ph type="body" idx="18" hasCustomPrompt="1"/>
          </p:nvPr>
        </p:nvSpPr>
        <p:spPr>
          <a:xfrm xmlns:a="http://schemas.openxmlformats.org/drawingml/2006/main">
            <a:off x="319090" y="1600200"/>
            <a:ext cx="8508999" cy="49578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vert="horz" wrap="square" lIns="0" tIns="0" rIns="0" bIns="0" anchor="t"/>
          <a:lstStyle xmlns:a="http://schemas.openxmlformats.org/drawingml/2006/main">
            <a:lvl1pPr>
              <a:lnSpc>
                <a:spcPct val="114000"/>
              </a:lnSpc>
              <a:buNone/>
              <a:defRPr sz="1400"/>
            </a:lvl1pPr>
          </a:lstStyle>
          <a:p xmlns:a="http://schemas.openxmlformats.org/drawingml/2006/main">
            <a:pPr lvl="0">
              <a:buNone/>
            </a:pPr>
            <a:r>
              <a:t>Inhalt durch Klicken bearbeiten</a:t>
            </a:r>
          </a:p>
        </p:txBody>
      </p:sp>
    </p:spTree>
  </p:cSld>
</p:sldLayout>
</file>

<file path=ppt/slideLayouts/slideLayout11.xml><?xml version="1.0" encoding="utf-8"?>
<p:sldLayout xmlns:p="http://schemas.openxmlformats.org/presentationml/2006/main" preserve="1" userDrawn="1">
  <p:cSld name="Bilder formatfüllend">
    <p:spTree>
      <p:nvGrpSpPr>
        <p:cNvPr id="1" name=""/>
        <p:cNvGrpSpPr/>
        <p:nvPr/>
      </p:nvGrpSpPr>
      <p:grpSpPr>
        <a:xfrm xmlns:a="http://schemas.openxmlformats.org/drawingml/2006/main"/>
      </p:grpSpPr>
      <p:sp>
        <p:nvSpPr>
          <p:cNvPr id="8" name="Bildplatzhalter 2">
            <a:extLst xmlns:a="http://schemas.openxmlformats.org/drawingml/2006/main">
              <a:ext uri="{FF2B5EF4-FFF2-40B4-BE49-F238E27FC236}">
                <a16:creationId xmlns:a16="http://schemas.microsoft.com/office/drawing/2014/main" id="{C0A8A802-02C4-4AF3-B1BA-76E6AE133FB4}"/>
              </a:ext>
            </a:extLst>
          </p:cNvPr>
          <p:cNvSpPr>
            <a:spLocks xmlns:a="http://schemas.openxmlformats.org/drawingml/2006/main" noGrp="1"/>
          </p:cNvSpPr>
          <p:nvPr>
            <p:ph type="pic" idx="14" hasCustomPrompt="1"/>
          </p:nvPr>
        </p:nvSpPr>
        <p:spPr>
          <a:xfrm xmlns:a="http://schemas.openxmlformats.org/drawingml/2006/main">
            <a:off x="0" y="1600200"/>
            <a:ext cx="9144000" cy="3543299"/>
          </a:xfrm>
          <a:prstGeom xmlns:a="http://schemas.openxmlformats.org/drawingml/2006/main" prst="rect">
            <a:avLst/>
          </a:prstGeom>
        </p:spPr>
        <p:txBody>
          <a:bodyPr xmlns:a="http://schemas.openxmlformats.org/drawingml/2006/main"/>
          <a:lstStyle xmlns:a="http://schemas.openxmlformats.org/drawingml/2006/main">
            <a:lvl1pPr>
              <a:lnSpc>
                <a:spcPct val="114000"/>
              </a:lnSpc>
              <a:buNone/>
              <a:defRPr sz="1400"/>
            </a:lvl1pPr>
          </a:lstStyle>
          <a:p xmlns:a="http://schemas.openxmlformats.org/drawingml/2006/main">
            <a:endParaRPr/>
          </a:p>
        </p:txBody>
      </p:sp>
      <p:sp>
        <p:nvSpPr>
          <p:cNvPr id="11" name="Titel 1">
            <a:extLst xmlns:a="http://schemas.openxmlformats.org/drawingml/2006/main">
              <a:ext uri="{FF2B5EF4-FFF2-40B4-BE49-F238E27FC236}">
                <a16:creationId xmlns:a16="http://schemas.microsoft.com/office/drawing/2014/main" id="{805581A6-6C41-4C6A-9297-D25E61329595}"/>
              </a:ext>
            </a:extLst>
          </p:cNvPr>
          <p:cNvSpPr>
            <a:spLocks xmlns:a="http://schemas.openxmlformats.org/drawingml/2006/main" noGrp="1"/>
          </p:cNvSpPr>
          <p:nvPr>
            <p:ph type="title" idx="0" hasCustomPrompt="1"/>
          </p:nvPr>
        </p:nvSpPr>
        <p:spPr>
          <a:xfrm xmlns:a="http://schemas.openxmlformats.org/drawingml/2006/main">
            <a:off x="319090" y="972000"/>
            <a:ext cx="8508999" cy="410369"/>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vert="horz" wrap="square" lIns="0" tIns="0" rIns="0" bIns="0" anchor="t">
            <a:spAutoFit/>
          </a:bodyPr>
          <a:lstStyle xmlns:a="http://schemas.openxmlformats.org/drawingml/2006/main">
            <a:lvl1pPr>
              <a:lnSpc>
                <a:spcPts val="3200"/>
              </a:lnSpc>
              <a:buNone/>
              <a:defRPr sz="2500"/>
            </a:lvl1pPr>
          </a:lstStyle>
          <a:p xmlns:a="http://schemas.openxmlformats.org/drawingml/2006/main">
            <a:pPr lvl="0">
              <a:buNone/>
            </a:pPr>
            <a:r>
              <a:t>Titel durch Klicken bearbeiten</a:t>
            </a:r>
          </a:p>
        </p:txBody>
      </p:sp>
      <p:sp>
        <p:nvSpPr>
          <p:cNvPr id="6" name="Foliennummernplatzhalter 5">
            <a:extLst xmlns:a="http://schemas.openxmlformats.org/drawingml/2006/main">
              <a:ext uri="{FF2B5EF4-FFF2-40B4-BE49-F238E27FC236}">
                <a16:creationId xmlns:a16="http://schemas.microsoft.com/office/drawing/2014/main" id="{6A83E259-F566-4697-AB3A-1542A24AAFF2}"/>
              </a:ext>
            </a:extLst>
          </p:cNvPr>
          <p:cNvSpPr>
            <a:spLocks xmlns:a="http://schemas.openxmlformats.org/drawingml/2006/main" noGrp="1"/>
          </p:cNvSpPr>
          <p:nvPr>
            <p:ph type="sldNum" idx="15"/>
          </p:nvPr>
        </p:nvSpPr>
        <p:spPr/>
        <p:txBody>
          <a:bodyPr xmlns:a="http://schemas.openxmlformats.org/drawingml/2006/main"/>
          <a:lstStyle xmlns:a="http://schemas.openxmlformats.org/drawingml/2006/main"/>
          <a:p xmlns:a="http://schemas.openxmlformats.org/drawingml/2006/main">
            <a:fld id="{CE58CB1E-F828-4F11-99E0-327109AF9DA4}" type="slidenum">
              <a:t>‹#›</a:t>
            </a:fld>
            <a:endParaRPr/>
          </a:p>
        </p:txBody>
      </p:sp>
      <p:sp>
        <p:nvSpPr>
          <p:cNvPr id="10" name="Fußzeilenplatzhalter 9">
            <a:extLst xmlns:a="http://schemas.openxmlformats.org/drawingml/2006/main">
              <a:ext uri="{FF2B5EF4-FFF2-40B4-BE49-F238E27FC236}">
                <a16:creationId xmlns:a16="http://schemas.microsoft.com/office/drawing/2014/main" id="{30155334-B138-42ED-B342-612E3BDB2C65}"/>
              </a:ext>
            </a:extLst>
          </p:cNvPr>
          <p:cNvSpPr>
            <a:spLocks xmlns:a="http://schemas.openxmlformats.org/drawingml/2006/main" noGrp="1"/>
          </p:cNvSpPr>
          <p:nvPr>
            <p:ph type="ftr" idx="16"/>
          </p:nvPr>
        </p:nvSpPr>
        <p:spPr/>
        <p:txBody>
          <a:bodyPr xmlns:a="http://schemas.openxmlformats.org/drawingml/2006/main"/>
          <a:lstStyle xmlns:a="http://schemas.openxmlformats.org/drawingml/2006/main"/>
          <a:p xmlns:a="http://schemas.openxmlformats.org/drawingml/2006/main">
            <a:r>
              <a:t>Dr. rer. nat. Erika Mustermann (TUM) | kann beliebig erweitert werden | Infos mit Strich trennen</a:t>
            </a:r>
            <a:endParaRPr/>
          </a:p>
        </p:txBody>
      </p:sp>
    </p:spTree>
  </p:cSld>
</p:sldLayout>
</file>

<file path=ppt/slideLayouts/slideLayout12.xml><?xml version="1.0" encoding="utf-8"?>
<p:sldLayout xmlns:p="http://schemas.openxmlformats.org/presentationml/2006/main" preserve="1" userDrawn="1">
  <p:cSld name="Kapiteltrenner">
    <p:spTree>
      <p:nvGrpSpPr>
        <p:cNvPr id="1" name=""/>
        <p:cNvGrpSpPr/>
        <p:nvPr/>
      </p:nvGrpSpPr>
      <p:grpSpPr>
        <a:xfrm xmlns:a="http://schemas.openxmlformats.org/drawingml/2006/main"/>
      </p:grpSpPr>
      <p:sp>
        <p:nvSpPr>
          <p:cNvPr id="12" name="Titel 1">
            <a:extLst xmlns:a="http://schemas.openxmlformats.org/drawingml/2006/main">
              <a:ext uri="{FF2B5EF4-FFF2-40B4-BE49-F238E27FC236}">
                <a16:creationId xmlns:a16="http://schemas.microsoft.com/office/drawing/2014/main" id="{363B80DB-625D-422E-8D5B-85E8B4EA862F}"/>
              </a:ext>
            </a:extLst>
          </p:cNvPr>
          <p:cNvSpPr>
            <a:spLocks xmlns:a="http://schemas.openxmlformats.org/drawingml/2006/main" noGrp="1"/>
          </p:cNvSpPr>
          <p:nvPr>
            <p:ph type="title" idx="0" hasCustomPrompt="1"/>
          </p:nvPr>
        </p:nvSpPr>
        <p:spPr>
          <a:xfrm xmlns:a="http://schemas.openxmlformats.org/drawingml/2006/main">
            <a:off x="319090" y="972000"/>
            <a:ext cx="8508999" cy="1231106"/>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vert="horz" wrap="square" lIns="0" tIns="0" rIns="0" bIns="0" anchor="t">
            <a:spAutoFit/>
          </a:bodyPr>
          <a:lstStyle xmlns:a="http://schemas.openxmlformats.org/drawingml/2006/main">
            <a:lvl1pPr>
              <a:lnSpc>
                <a:spcPts val="3200"/>
              </a:lnSpc>
              <a:buNone/>
              <a:defRPr sz="2500" baseline="0">
                <a:solidFill>
                  <a:schemeClr val="bg1"/>
                </a:solidFill>
              </a:defRPr>
            </a:lvl1pPr>
          </a:lstStyle>
          <a:p xmlns:a="http://schemas.openxmlformats.org/drawingml/2006/main">
            <a:pPr lvl="0">
              <a:buNone/>
            </a:pPr>
            <a:r>
              <a:t>Präsentationsmuster</a:t>
            </a:r>
            <a:br/>
            <a:br/>
            <a:r>
              <a:t>kann auch als </a:t>
            </a:r>
            <a:r>
              <a:t>Kapiteltrenner</a:t>
            </a:r>
            <a:r>
              <a:t> verwendet werden</a:t>
            </a:r>
          </a:p>
        </p:txBody>
      </p:sp>
      <p:sp>
        <p:nvSpPr>
          <p:cNvPr id="5" name="Foliennummernplatzhalter 4">
            <a:extLst xmlns:a="http://schemas.openxmlformats.org/drawingml/2006/main">
              <a:ext uri="{FF2B5EF4-FFF2-40B4-BE49-F238E27FC236}">
                <a16:creationId xmlns:a16="http://schemas.microsoft.com/office/drawing/2014/main" id="{0FA8B3B6-CB82-4B30-940A-5907E1572E45}"/>
              </a:ext>
            </a:extLst>
          </p:cNvPr>
          <p:cNvSpPr>
            <a:spLocks xmlns:a="http://schemas.openxmlformats.org/drawingml/2006/main" noGrp="1"/>
          </p:cNvSpPr>
          <p:nvPr>
            <p:ph type="sldNum" idx="11"/>
          </p:nvPr>
        </p:nvSpPr>
        <p:spPr/>
        <p:txBody>
          <a:bodyPr xmlns:a="http://schemas.openxmlformats.org/drawingml/2006/main"/>
          <a:lstStyle xmlns:a="http://schemas.openxmlformats.org/drawingml/2006/main"/>
          <a:p xmlns:a="http://schemas.openxmlformats.org/drawingml/2006/main">
            <a:fld id="{CE58CB1E-F828-4F11-99E0-327109AF9DA4}" type="slidenum">
              <a:t>‹#›</a:t>
            </a:fld>
            <a:endParaRPr/>
          </a:p>
        </p:txBody>
      </p:sp>
      <p:sp>
        <p:nvSpPr>
          <p:cNvPr id="7" name="Fußzeilenplatzhalter 6">
            <a:extLst xmlns:a="http://schemas.openxmlformats.org/drawingml/2006/main">
              <a:ext uri="{FF2B5EF4-FFF2-40B4-BE49-F238E27FC236}">
                <a16:creationId xmlns:a16="http://schemas.microsoft.com/office/drawing/2014/main" id="{D050A2EE-368C-40BE-8EBA-EFF3C7524504}"/>
              </a:ext>
            </a:extLst>
          </p:cNvPr>
          <p:cNvSpPr>
            <a:spLocks xmlns:a="http://schemas.openxmlformats.org/drawingml/2006/main" noGrp="1"/>
          </p:cNvSpPr>
          <p:nvPr>
            <p:ph type="ftr" idx="12"/>
          </p:nvPr>
        </p:nvSpPr>
        <p:spPr/>
        <p:txBody>
          <a:bodyPr xmlns:a="http://schemas.openxmlformats.org/drawingml/2006/main"/>
          <a:lstStyle xmlns:a="http://schemas.openxmlformats.org/drawingml/2006/main"/>
          <a:p xmlns:a="http://schemas.openxmlformats.org/drawingml/2006/main">
            <a:r>
              <a:t>Dr. rer. nat. Erika Mustermann (TUM) | kann beliebig erweitert werden | Infos mit Strich trennen</a:t>
            </a:r>
            <a:endParaRPr/>
          </a:p>
        </p:txBody>
      </p:sp>
    </p:spTree>
  </p:cSld>
</p:sldLayout>
</file>

<file path=ppt/slideLayouts/slideLayout13.xml><?xml version="1.0" encoding="utf-8"?>
<p:sldLayout xmlns:p="http://schemas.openxmlformats.org/presentationml/2006/main" preserve="1" userDrawn="1">
  <p:cSld name="Kapiteltrenner">
    <p:spTree>
      <p:nvGrpSpPr>
        <p:cNvPr id="1" name=""/>
        <p:cNvGrpSpPr/>
        <p:nvPr/>
      </p:nvGrpSpPr>
      <p:grpSpPr>
        <a:xfrm xmlns:a="http://schemas.openxmlformats.org/drawingml/2006/main"/>
      </p:grpSpPr>
      <p:sp>
        <p:nvSpPr>
          <p:cNvPr id="12" name="Titel 1">
            <a:extLst xmlns:a="http://schemas.openxmlformats.org/drawingml/2006/main">
              <a:ext uri="{FF2B5EF4-FFF2-40B4-BE49-F238E27FC236}">
                <a16:creationId xmlns:a16="http://schemas.microsoft.com/office/drawing/2014/main" id="{D5B49531-9BC2-4B80-BD4F-534EE8A56202}"/>
              </a:ext>
            </a:extLst>
          </p:cNvPr>
          <p:cNvSpPr>
            <a:spLocks xmlns:a="http://schemas.openxmlformats.org/drawingml/2006/main" noGrp="1"/>
          </p:cNvSpPr>
          <p:nvPr>
            <p:ph type="title" idx="0" hasCustomPrompt="1"/>
          </p:nvPr>
        </p:nvSpPr>
        <p:spPr>
          <a:xfrm xmlns:a="http://schemas.openxmlformats.org/drawingml/2006/main">
            <a:off x="319090" y="972000"/>
            <a:ext cx="8508999" cy="1231106"/>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vert="horz" wrap="square" lIns="0" tIns="0" rIns="0" bIns="0" anchor="t">
            <a:spAutoFit/>
          </a:bodyPr>
          <a:lstStyle xmlns:a="http://schemas.openxmlformats.org/drawingml/2006/main">
            <a:lvl1pPr>
              <a:lnSpc>
                <a:spcPts val="3200"/>
              </a:lnSpc>
              <a:buNone/>
              <a:defRPr sz="2500">
                <a:solidFill>
                  <a:schemeClr val="bg1"/>
                </a:solidFill>
              </a:defRPr>
            </a:lvl1pPr>
          </a:lstStyle>
          <a:p xmlns:a="http://schemas.openxmlformats.org/drawingml/2006/main">
            <a:pPr lvl="0">
              <a:buNone/>
            </a:pPr>
            <a:r>
              <a:t>Präsentationsmuster</a:t>
            </a:r>
            <a:br/>
            <a:br/>
            <a:r>
              <a:t>kann auch als </a:t>
            </a:r>
            <a:r>
              <a:t>Kapiteltrenner</a:t>
            </a:r>
            <a:r>
              <a:t> verwendet werden</a:t>
            </a:r>
          </a:p>
        </p:txBody>
      </p:sp>
      <p:sp>
        <p:nvSpPr>
          <p:cNvPr id="6" name="Foliennummernplatzhalter 5">
            <a:extLst xmlns:a="http://schemas.openxmlformats.org/drawingml/2006/main">
              <a:ext uri="{FF2B5EF4-FFF2-40B4-BE49-F238E27FC236}">
                <a16:creationId xmlns:a16="http://schemas.microsoft.com/office/drawing/2014/main" id="{A32131D1-F0CC-4481-B3FC-7374F67919E5}"/>
              </a:ext>
            </a:extLst>
          </p:cNvPr>
          <p:cNvSpPr>
            <a:spLocks xmlns:a="http://schemas.openxmlformats.org/drawingml/2006/main" noGrp="1"/>
          </p:cNvSpPr>
          <p:nvPr>
            <p:ph type="sldNum" idx="11"/>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fld id="{CE58CB1E-F828-4F11-99E0-327109AF9DA4}" type="slidenum">
              <a:t>‹#›</a:t>
            </a:fld>
            <a:endParaRPr/>
          </a:p>
        </p:txBody>
      </p:sp>
      <p:sp>
        <p:nvSpPr>
          <p:cNvPr id="8" name="Fußzeilenplatzhalter 7">
            <a:extLst xmlns:a="http://schemas.openxmlformats.org/drawingml/2006/main">
              <a:ext uri="{FF2B5EF4-FFF2-40B4-BE49-F238E27FC236}">
                <a16:creationId xmlns:a16="http://schemas.microsoft.com/office/drawing/2014/main" id="{8B110E5D-97A5-4402-9CB4-D17CB936212B}"/>
              </a:ext>
            </a:extLst>
          </p:cNvPr>
          <p:cNvSpPr>
            <a:spLocks xmlns:a="http://schemas.openxmlformats.org/drawingml/2006/main" noGrp="1"/>
          </p:cNvSpPr>
          <p:nvPr>
            <p:ph type="ftr" idx="12"/>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r>
              <a:t>Dr. rer. nat. Erika Mustermann (TUM) | kann beliebig erweitert werden | Infos mit Strich trennen</a:t>
            </a:r>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wmf" Id="R24c954c350734174" /><Relationship Type="http://schemas.openxmlformats.org/officeDocument/2006/relationships/theme" Target="/ppt/slideMasters/theme/theme2.xml" Id="Ref691499973543d5" /><Relationship Type="http://schemas.openxmlformats.org/officeDocument/2006/relationships/slideLayout" Target="/ppt/slideLayouts/slideLayout1.xml" Id="R5e2717214ee447f6" /></Relationships>
</file>

<file path=ppt/slideMasters/_rels/slideMaster2.xml.rels>&#65279;<?xml version="1.0" encoding="utf-8"?><Relationships xmlns="http://schemas.openxmlformats.org/package/2006/relationships"><Relationship Type="http://schemas.openxmlformats.org/officeDocument/2006/relationships/image" Target="/ppt/media/image.jpeg" Id="Rf0e2624c128c423f" /><Relationship Type="http://schemas.openxmlformats.org/officeDocument/2006/relationships/image" Target="/ppt/media/image.emf" Id="R164122777a3b4ff3" /><Relationship Type="http://schemas.openxmlformats.org/officeDocument/2006/relationships/theme" Target="/ppt/slideMasters/theme/theme3.xml" Id="R9edb7beb5bfa4d02" /><Relationship Type="http://schemas.openxmlformats.org/officeDocument/2006/relationships/slideLayout" Target="/ppt/slideLayouts/slideLayout2.xml" Id="R546987c9d33c4f7d" /></Relationships>
</file>

<file path=ppt/slideMasters/_rels/slideMaster3.xml.rels>&#65279;<?xml version="1.0" encoding="utf-8"?><Relationships xmlns="http://schemas.openxmlformats.org/package/2006/relationships"><Relationship Type="http://schemas.openxmlformats.org/officeDocument/2006/relationships/image" Target="/ppt/media/image.wmf" Id="Rd39dd54da2674edd" /><Relationship Type="http://schemas.openxmlformats.org/officeDocument/2006/relationships/theme" Target="/ppt/slideMasters/theme/theme4.xml" Id="R90b083fd5e44429b" /><Relationship Type="http://schemas.openxmlformats.org/officeDocument/2006/relationships/slideLayout" Target="/ppt/slideLayouts/slideLayout3.xml" Id="R6f84a4a77ab54a2b" /></Relationships>
</file>

<file path=ppt/slideMasters/_rels/slideMaster4.xml.rels>&#65279;<?xml version="1.0" encoding="utf-8"?><Relationships xmlns="http://schemas.openxmlformats.org/package/2006/relationships"><Relationship Type="http://schemas.openxmlformats.org/officeDocument/2006/relationships/image" Target="/ppt/media/image.wmf" Id="R0aa02e5a904b4ad1" /><Relationship Type="http://schemas.openxmlformats.org/officeDocument/2006/relationships/theme" Target="/ppt/slideMasters/theme/theme5.xml" Id="Rf24849629abe46fb" /><Relationship Type="http://schemas.openxmlformats.org/officeDocument/2006/relationships/slideLayout" Target="/ppt/slideLayouts/slideLayout4.xml" Id="Rfe88dc33ebcf4d09" /><Relationship Type="http://schemas.openxmlformats.org/officeDocument/2006/relationships/slideLayout" Target="/ppt/slideLayouts/slideLayout5.xml" Id="R71be83746c2f486f" /><Relationship Type="http://schemas.openxmlformats.org/officeDocument/2006/relationships/slideLayout" Target="/ppt/slideLayouts/slideLayout6.xml" Id="R002957d6c0f748b1" /><Relationship Type="http://schemas.openxmlformats.org/officeDocument/2006/relationships/slideLayout" Target="/ppt/slideLayouts/slideLayout7.xml" Id="Rd3e2b8ddc8504ef2" /><Relationship Type="http://schemas.openxmlformats.org/officeDocument/2006/relationships/slideLayout" Target="/ppt/slideLayouts/slideLayout8.xml" Id="R6516558aa5984ccc" /><Relationship Type="http://schemas.openxmlformats.org/officeDocument/2006/relationships/slideLayout" Target="/ppt/slideLayouts/slideLayout9.xml" Id="R3189c53e8c9940d0" /><Relationship Type="http://schemas.openxmlformats.org/officeDocument/2006/relationships/slideLayout" Target="/ppt/slideLayouts/slideLayout10.xml" Id="Rc3d63b0bd1e94707" /><Relationship Type="http://schemas.openxmlformats.org/officeDocument/2006/relationships/slideLayout" Target="/ppt/slideLayouts/slideLayout11.xml" Id="Rf1d776c553f34bfc" /></Relationships>
</file>

<file path=ppt/slideMasters/_rels/slideMaster5.xml.rels>&#65279;<?xml version="1.0" encoding="utf-8"?><Relationships xmlns="http://schemas.openxmlformats.org/package/2006/relationships"><Relationship Type="http://schemas.openxmlformats.org/officeDocument/2006/relationships/image" Target="/ppt/media/image.emf" Id="R7ac4af2e43694428" /><Relationship Type="http://schemas.openxmlformats.org/officeDocument/2006/relationships/theme" Target="/ppt/slideMasters/theme/theme6.xml" Id="Re1b9b640447c4f18" /><Relationship Type="http://schemas.openxmlformats.org/officeDocument/2006/relationships/slideLayout" Target="/ppt/slideLayouts/slideLayout12.xml" Id="Rd43b7c2aaf3248dc" /></Relationships>
</file>

<file path=ppt/slideMasters/_rels/slideMaster6.xml.rels>&#65279;<?xml version="1.0" encoding="utf-8"?><Relationships xmlns="http://schemas.openxmlformats.org/package/2006/relationships"><Relationship Type="http://schemas.openxmlformats.org/officeDocument/2006/relationships/image" Target="/ppt/media/image.emf" Id="R0208658ec8b349e0" /><Relationship Type="http://schemas.openxmlformats.org/officeDocument/2006/relationships/theme" Target="/ppt/slideMasters/theme/theme7.xml" Id="R1539a6e14cbb40c9" /><Relationship Type="http://schemas.openxmlformats.org/officeDocument/2006/relationships/slideLayout" Target="/ppt/slideLayouts/slideLayout13.xml" Id="R92d8353b6ec04fbd"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10" name="Fußzeilenplatzhalter 3">
            <a:extLst xmlns:a="http://schemas.openxmlformats.org/drawingml/2006/main">
              <a:ext uri="{FF2B5EF4-FFF2-40B4-BE49-F238E27FC236}">
                <a16:creationId xmlns:a16="http://schemas.microsoft.com/office/drawing/2014/main" id="{17875814-4F00-410E-97BE-A161EAAD5234}"/>
              </a:ext>
            </a:extLst>
          </p:cNvPr>
          <p:cNvSpPr>
            <a:spLocks xmlns:a="http://schemas.openxmlformats.org/drawingml/2006/main" noGrp="1"/>
          </p:cNvSpPr>
          <p:nvPr>
            <p:ph type="ftr" idx="3"/>
          </p:nvPr>
        </p:nvSpPr>
        <p:spPr>
          <a:xfrm xmlns:a="http://schemas.openxmlformats.org/drawingml/2006/main">
            <a:off x="311162" y="4854985"/>
            <a:ext cx="7829538" cy="288515"/>
          </a:xfrm>
          <a:prstGeom xmlns:a="http://schemas.openxmlformats.org/drawingml/2006/main" prst="rect">
            <a:avLst/>
          </a:prstGeom>
        </p:spPr>
        <p:txBody>
          <a:bodyPr xmlns:a="http://schemas.openxmlformats.org/drawingml/2006/main" vert="horz" lIns="0" tIns="45720" rIns="0" bIns="45720" anchor="ctr"/>
          <a:lstStyle xmlns:a="http://schemas.openxmlformats.org/drawingml/2006/main">
            <a:lvl1pPr algn="l">
              <a:buNone/>
              <a:defRPr sz="1100">
                <a:solidFill>
                  <a:schemeClr val="tx1"/>
                </a:solidFill>
              </a:defRPr>
            </a:lvl1pPr>
          </a:lstStyle>
          <a:p xmlns:a="http://schemas.openxmlformats.org/drawingml/2006/main">
            <a:r>
              <a:t>Dr. rer. nat. Erika Mustermann (TUM) | kann beliebig erweitert werden | Infos mit Strich trennen</a:t>
            </a:r>
            <a:endParaRPr/>
          </a:p>
        </p:txBody>
      </p:sp>
      <p:sp>
        <p:nvSpPr>
          <p:cNvPr id="11" name="Foliennummernplatzhalter 4">
            <a:extLst xmlns:a="http://schemas.openxmlformats.org/drawingml/2006/main">
              <a:ext uri="{FF2B5EF4-FFF2-40B4-BE49-F238E27FC236}">
                <a16:creationId xmlns:a16="http://schemas.microsoft.com/office/drawing/2014/main" id="{09994AAA-CEF2-44F6-AABE-BB8FD76DDDD0}"/>
              </a:ext>
            </a:extLst>
          </p:cNvPr>
          <p:cNvSpPr>
            <a:spLocks xmlns:a="http://schemas.openxmlformats.org/drawingml/2006/main" noGrp="1"/>
          </p:cNvSpPr>
          <p:nvPr>
            <p:ph type="sldNum" idx="4"/>
          </p:nvPr>
        </p:nvSpPr>
        <p:spPr>
          <a:xfrm xmlns:a="http://schemas.openxmlformats.org/drawingml/2006/main">
            <a:off x="6774934" y="4854985"/>
            <a:ext cx="2052000" cy="273844"/>
          </a:xfrm>
          <a:prstGeom xmlns:a="http://schemas.openxmlformats.org/drawingml/2006/main" prst="rect">
            <a:avLst/>
          </a:prstGeom>
        </p:spPr>
        <p:txBody>
          <a:bodyPr xmlns:a="http://schemas.openxmlformats.org/drawingml/2006/main" vert="horz" lIns="0" tIns="45720" rIns="0" bIns="45720" anchor="ctr"/>
          <a:lstStyle xmlns:a="http://schemas.openxmlformats.org/drawingml/2006/main">
            <a:lvl1pPr algn="r">
              <a:buNone/>
              <a:defRPr sz="1100">
                <a:solidFill>
                  <a:schemeClr val="tx1"/>
                </a:solidFill>
              </a:defRPr>
            </a:lvl1pPr>
          </a:lstStyle>
          <a:p xmlns:a="http://schemas.openxmlformats.org/drawingml/2006/main">
            <a:fld id="{CE58CB1E-F828-4F11-99E0-327109AF9DA4}" type="slidenum">
              <a:t>‹#›</a:t>
            </a:fld>
            <a:endParaRPr/>
          </a:p>
        </p:txBody>
      </p:sp>
      <p:pic>
        <p:nvPicPr>
          <p:cNvPr id="15" name="Bild 8"/>
          <p:cNvPicPr>
            <a:picLocks xmlns:a="http://schemas.openxmlformats.org/drawingml/2006/main" noChangeAspect="1"/>
          </p:cNvPicPr>
          <p:nvPr/>
        </p:nvPicPr>
        <p:blipFill>
          <a:blip xmlns:r="http://schemas.openxmlformats.org/officeDocument/2006/relationships" xmlns:a="http://schemas.openxmlformats.org/drawingml/2006/main" r:embed="R24c954c350734174"/>
          <a:stretch xmlns:a="http://schemas.openxmlformats.org/drawingml/2006/main">
            <a:fillRect l="0" t="0" r="0" b="0"/>
          </a:stretch>
        </p:blipFill>
        <p:spPr>
          <a:xfrm xmlns:a="http://schemas.openxmlformats.org/drawingml/2006/main">
            <a:off x="8218800" y="324000"/>
            <a:ext cx="604774" cy="318516"/>
          </a:xfrm>
          <a:prstGeom xmlns:a="http://schemas.openxmlformats.org/drawingml/2006/main" prst="rect">
            <a:avLst/>
          </a:prstGeom>
        </p:spPr>
      </p:pic>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e2717214ee447f6"/>
  </p:sldLayoutIdLst>
  <p:hf hdr="0" dt="0"/>
  <p:txStyles>
    <p:titleStyle>
      <a:lvl1pPr xmlns:a="http://schemas.openxmlformats.org/drawingml/2006/main" algn="l">
        <a:lnSpc>
          <a:spcPct val="125000"/>
        </a:lnSpc>
        <a:spcBef>
          <a:spcPct val="0"/>
        </a:spcBef>
        <a:spcAft>
          <a:spcPct val="0"/>
        </a:spcAft>
        <a:buNone/>
        <a:defRPr sz="2200" b="0" kern="1200">
          <a:solidFill>
            <a:schemeClr val="tx1"/>
          </a:solidFill>
          <a:latin typeface="+mj-lt"/>
          <a:ea typeface="+mj-lt"/>
          <a:cs typeface="+mj-lt"/>
        </a:defRPr>
      </a:lvl1pPr>
      <a:lvl2pPr xmlns:a="http://schemas.openxmlformats.org/drawingml/2006/main" algn="l">
        <a:spcBef>
          <a:spcPct val="0"/>
        </a:spcBef>
        <a:spcAft>
          <a:spcPct val="0"/>
        </a:spcAft>
        <a:buNone/>
        <a:defRPr sz="2000" b="1">
          <a:solidFill>
            <a:schemeClr val="tx2"/>
          </a:solidFill>
          <a:latin typeface="Arial"/>
          <a:ea typeface="Arial"/>
          <a:cs typeface="Arial"/>
        </a:defRPr>
      </a:lvl2pPr>
      <a:lvl3pPr xmlns:a="http://schemas.openxmlformats.org/drawingml/2006/main" algn="l">
        <a:spcBef>
          <a:spcPct val="0"/>
        </a:spcBef>
        <a:spcAft>
          <a:spcPct val="0"/>
        </a:spcAft>
        <a:buNone/>
        <a:defRPr sz="2000" b="1">
          <a:solidFill>
            <a:schemeClr val="tx2"/>
          </a:solidFill>
          <a:latin typeface="Arial"/>
          <a:ea typeface="Arial"/>
          <a:cs typeface="Arial"/>
        </a:defRPr>
      </a:lvl3pPr>
      <a:lvl4pPr xmlns:a="http://schemas.openxmlformats.org/drawingml/2006/main" algn="l">
        <a:spcBef>
          <a:spcPct val="0"/>
        </a:spcBef>
        <a:spcAft>
          <a:spcPct val="0"/>
        </a:spcAft>
        <a:buNone/>
        <a:defRPr sz="2000" b="1">
          <a:solidFill>
            <a:schemeClr val="tx2"/>
          </a:solidFill>
          <a:latin typeface="Arial"/>
          <a:ea typeface="Arial"/>
          <a:cs typeface="Arial"/>
        </a:defRPr>
      </a:lvl4pPr>
      <a:lvl5pPr xmlns:a="http://schemas.openxmlformats.org/drawingml/2006/main" algn="l">
        <a:spcBef>
          <a:spcPct val="0"/>
        </a:spcBef>
        <a:spcAft>
          <a:spcPct val="0"/>
        </a:spcAft>
        <a:buNone/>
        <a:defRPr sz="2000" b="1">
          <a:solidFill>
            <a:schemeClr val="tx2"/>
          </a:solidFill>
          <a:latin typeface="Arial"/>
          <a:ea typeface="Arial"/>
          <a:cs typeface="Arial"/>
        </a:defRPr>
      </a:lvl5pPr>
      <a:lvl6pPr xmlns:a="http://schemas.openxmlformats.org/drawingml/2006/main" marL="457200" algn="l">
        <a:spcBef>
          <a:spcPct val="0"/>
        </a:spcBef>
        <a:spcAft>
          <a:spcPct val="0"/>
        </a:spcAft>
        <a:buNone/>
        <a:defRPr sz="2000" b="1">
          <a:solidFill>
            <a:schemeClr val="tx2"/>
          </a:solidFill>
          <a:latin typeface="Arial"/>
          <a:ea typeface="Arial"/>
          <a:cs typeface="Arial"/>
        </a:defRPr>
      </a:lvl6pPr>
      <a:lvl7pPr xmlns:a="http://schemas.openxmlformats.org/drawingml/2006/main" marL="914400" algn="l">
        <a:spcBef>
          <a:spcPct val="0"/>
        </a:spcBef>
        <a:spcAft>
          <a:spcPct val="0"/>
        </a:spcAft>
        <a:buNone/>
        <a:defRPr sz="2000" b="1">
          <a:solidFill>
            <a:schemeClr val="tx2"/>
          </a:solidFill>
          <a:latin typeface="Arial"/>
          <a:ea typeface="Arial"/>
          <a:cs typeface="Arial"/>
        </a:defRPr>
      </a:lvl7pPr>
      <a:lvl8pPr xmlns:a="http://schemas.openxmlformats.org/drawingml/2006/main" marL="1371600" algn="l">
        <a:spcBef>
          <a:spcPct val="0"/>
        </a:spcBef>
        <a:spcAft>
          <a:spcPct val="0"/>
        </a:spcAft>
        <a:buNone/>
        <a:defRPr sz="2000" b="1">
          <a:solidFill>
            <a:schemeClr val="tx2"/>
          </a:solidFill>
          <a:latin typeface="Arial"/>
          <a:ea typeface="Arial"/>
          <a:cs typeface="Arial"/>
        </a:defRPr>
      </a:lvl8pPr>
      <a:lvl9pPr xmlns:a="http://schemas.openxmlformats.org/drawingml/2006/main" marL="1828800" algn="l">
        <a:spcBef>
          <a:spcPct val="0"/>
        </a:spcBef>
        <a:spcAft>
          <a:spcPct val="0"/>
        </a:spcAft>
        <a:buNone/>
        <a:defRPr sz="2000" b="1">
          <a:solidFill>
            <a:schemeClr val="tx2"/>
          </a:solidFill>
          <a:latin typeface="Arial"/>
          <a:ea typeface="Arial"/>
          <a:cs typeface="Arial"/>
        </a:defRPr>
      </a:lvl9pPr>
    </p:titleStyle>
    <p:bodyStyle>
      <a:lvl1pPr xmlns:a="http://schemas.openxmlformats.org/drawingml/2006/main" algn="l">
        <a:lnSpc>
          <a:spcPct val="100000"/>
        </a:lnSpc>
        <a:spcBef>
          <a:spcPct val="0"/>
        </a:spcBef>
        <a:spcAft>
          <a:spcPct val="0"/>
        </a:spcAft>
        <a:buNone/>
        <a:defRPr sz="1600" kern="1200">
          <a:solidFill>
            <a:schemeClr val="tx1"/>
          </a:solidFill>
          <a:latin typeface="+mn-lt"/>
          <a:ea typeface="+mn-lt"/>
          <a:cs typeface="+mn-lt"/>
        </a:defRPr>
      </a:lvl1pPr>
      <a:lvl2pPr xmlns:a="http://schemas.openxmlformats.org/drawingml/2006/main" marL="176213" indent="-176213" algn="l">
        <a:lnSpc>
          <a:spcPct val="100000"/>
        </a:lnSpc>
        <a:spcBef>
          <a:spcPct val="0"/>
        </a:spcBef>
        <a:spcAft>
          <a:spcPct val="0"/>
        </a:spcAft>
        <a:buFont typeface="Arial"/>
        <a:buChar char="•"/>
        <a:defRPr sz="1600" kern="1200">
          <a:solidFill>
            <a:schemeClr val="tx1"/>
          </a:solidFill>
          <a:latin typeface="+mn-lt"/>
          <a:ea typeface="+mn-lt"/>
          <a:cs typeface="+mn-lt"/>
        </a:defRPr>
      </a:lvl2pPr>
      <a:lvl3pPr xmlns:a="http://schemas.openxmlformats.org/drawingml/2006/main" marL="360363" indent="-184150" algn="l">
        <a:lnSpc>
          <a:spcPct val="125000"/>
        </a:lnSpc>
        <a:spcBef>
          <a:spcPct val="0"/>
        </a:spcBef>
        <a:spcAft>
          <a:spcPct val="0"/>
        </a:spcAft>
        <a:buFont typeface="Symbol"/>
        <a:buChar char="-"/>
        <a:defRPr sz="1400" kern="1200">
          <a:solidFill>
            <a:schemeClr val="tx1"/>
          </a:solidFill>
          <a:latin typeface="+mn-lt"/>
          <a:ea typeface="+mn-lt"/>
          <a:cs typeface="+mn-lt"/>
        </a:defRPr>
      </a:lvl3pPr>
      <a:lvl4pPr xmlns:a="http://schemas.openxmlformats.org/drawingml/2006/main" marL="538163" indent="-177800" algn="l">
        <a:lnSpc>
          <a:spcPct val="125000"/>
        </a:lnSpc>
        <a:spcBef>
          <a:spcPct val="0"/>
        </a:spcBef>
        <a:spcAft>
          <a:spcPct val="0"/>
        </a:spcAft>
        <a:buFont typeface="Symbol"/>
        <a:buChar char="-"/>
        <a:defRPr sz="1400" kern="1200">
          <a:solidFill>
            <a:schemeClr val="tx1"/>
          </a:solidFill>
          <a:latin typeface="+mn-lt"/>
          <a:ea typeface="+mn-lt"/>
          <a:cs typeface="+mn-lt"/>
        </a:defRPr>
      </a:lvl4pPr>
      <a:lvl5pPr xmlns:a="http://schemas.openxmlformats.org/drawingml/2006/main" marL="714375" indent="-176213" algn="l">
        <a:lnSpc>
          <a:spcPct val="125000"/>
        </a:lnSpc>
        <a:spcBef>
          <a:spcPct val="0"/>
        </a:spcBef>
        <a:spcAft>
          <a:spcPct val="0"/>
        </a:spcAft>
        <a:buFont typeface="Symbol"/>
        <a:buChar char="-"/>
        <a:defRPr sz="14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3" name="Textfeld 22">
            <a:extLst xmlns:a="http://schemas.openxmlformats.org/drawingml/2006/main">
              <a:ext uri="{FF2B5EF4-FFF2-40B4-BE49-F238E27FC236}">
                <a16:creationId xmlns:a16="http://schemas.microsoft.com/office/drawing/2014/main" id="{0D4F4781-4C46-4ABE-954D-C92F6E58BC0E}"/>
              </a:ext>
            </a:extLst>
          </p:cNvPr>
          <p:cNvSpPr>
            <a:spLocks xmlns:a="http://schemas.openxmlformats.org/drawingml/2006/main" noGrp="1"/>
          </p:cNvSpPr>
          <p:nvPr/>
        </p:nvSpPr>
        <p:spPr>
          <a:xfrm xmlns:a="http://schemas.openxmlformats.org/drawingml/2006/main">
            <a:off x="7713330" y="4922462"/>
            <a:ext cx="1115376" cy="210507"/>
          </a:xfrm>
          <a:prstGeom xmlns:a="http://schemas.openxmlformats.org/drawingml/2006/main" prst="rect">
            <a:avLst/>
          </a:prstGeom>
        </p:spPr>
        <p:txBody>
          <a:bodyPr xmlns:a="http://schemas.openxmlformats.org/drawingml/2006/main" wrap="square" lIns="0" tIns="0" rIns="0" bIns="0" anchor="b">
            <a:spAutoFit/>
          </a:bodyPr>
          <a:lstStyle xmlns:a="http://schemas.openxmlformats.org/drawingml/2006/main"/>
          <a:p xmlns:a="http://schemas.openxmlformats.org/drawingml/2006/main">
            <a:pPr algn="r">
              <a:lnSpc>
                <a:spcPct val="114000"/>
              </a:lnSpc>
              <a:buNone/>
            </a:pPr>
            <a:fld id="{C51078C5-4710-4254-8001-F1C0900803FD}" type="slidenum">
              <a:rPr sz="1200">
                <a:latin typeface="+mn-lt"/>
                <a:ea typeface="+mn-lt"/>
                <a:cs typeface="+mn-lt"/>
              </a:rPr>
              <a:t>‹#›</a:t>
            </a:fld>
            <a:endParaRPr sz="1200">
              <a:latin typeface="+mn-lt"/>
              <a:ea typeface="+mn-lt"/>
              <a:cs typeface="+mn-lt"/>
            </a:endParaRPr>
          </a:p>
        </p:txBody>
      </p:sp>
      <p:pic>
        <p:nvPicPr>
          <p:cNvPr id="27" name="Bild 4"/>
          <p:cNvPicPr>
            <a:picLocks xmlns:a="http://schemas.openxmlformats.org/drawingml/2006/main" noChangeAspect="1"/>
          </p:cNvPicPr>
          <p:nvPr/>
        </p:nvPicPr>
        <p:blipFill>
          <a:blip xmlns:r="http://schemas.openxmlformats.org/officeDocument/2006/relationships" xmlns:a="http://schemas.openxmlformats.org/drawingml/2006/main" r:embed="Rf0e2624c128c423f"/>
          <a:srcRect xmlns:a="http://schemas.openxmlformats.org/drawingml/2006/main" l="398" t="14167" r="0" b="10833"/>
          <a:stretch xmlns:a="http://schemas.openxmlformats.org/drawingml/2006/main">
            <a:fillRect l="0" t="0" r="0" b="0"/>
          </a:stretch>
        </p:blipFill>
        <p:spPr>
          <a:xfrm xmlns:a="http://schemas.openxmlformats.org/drawingml/2006/main">
            <a:off x="0" y="0"/>
            <a:ext cx="9144000" cy="5143500"/>
          </a:xfrm>
          <a:prstGeom xmlns:a="http://schemas.openxmlformats.org/drawingml/2006/main" prst="rect">
            <a:avLst/>
          </a:prstGeom>
        </p:spPr>
      </p:pic>
      <p:pic>
        <p:nvPicPr>
          <p:cNvPr id="28" name="Bild 6"/>
          <p:cNvPicPr>
            <a:picLocks xmlns:a="http://schemas.openxmlformats.org/drawingml/2006/main" noChangeAspect="1"/>
          </p:cNvPicPr>
          <p:nvPr/>
        </p:nvPicPr>
        <p:blipFill>
          <a:blip xmlns:r="http://schemas.openxmlformats.org/officeDocument/2006/relationships" xmlns:a="http://schemas.openxmlformats.org/drawingml/2006/main" r:embed="R164122777a3b4ff3"/>
          <a:stretch xmlns:a="http://schemas.openxmlformats.org/drawingml/2006/main">
            <a:fillRect l="0" t="0" r="0" b="0"/>
          </a:stretch>
        </p:blipFill>
        <p:spPr>
          <a:xfrm xmlns:a="http://schemas.openxmlformats.org/drawingml/2006/main">
            <a:off x="8218800" y="324000"/>
            <a:ext cx="599513" cy="320288"/>
          </a:xfrm>
          <a:prstGeom xmlns:a="http://schemas.openxmlformats.org/drawingml/2006/main" prst="rect">
            <a:avLst/>
          </a:prstGeom>
        </p:spPr>
      </p:pic>
      <p:sp>
        <p:nvSpPr>
          <p:cNvPr id="8" name="Foliennummernplatzhalter 4">
            <a:extLst xmlns:a="http://schemas.openxmlformats.org/drawingml/2006/main">
              <a:ext uri="{FF2B5EF4-FFF2-40B4-BE49-F238E27FC236}">
                <a16:creationId xmlns:a16="http://schemas.microsoft.com/office/drawing/2014/main" id="{2A668915-1BF8-4184-99EF-06F2C8515C16}"/>
              </a:ext>
            </a:extLst>
          </p:cNvPr>
          <p:cNvSpPr>
            <a:spLocks xmlns:a="http://schemas.openxmlformats.org/drawingml/2006/main" noGrp="1"/>
          </p:cNvSpPr>
          <p:nvPr>
            <p:ph type="sldNum" idx="4"/>
          </p:nvPr>
        </p:nvSpPr>
        <p:spPr>
          <a:xfrm xmlns:a="http://schemas.openxmlformats.org/drawingml/2006/main">
            <a:off x="6774934" y="4854985"/>
            <a:ext cx="2052000" cy="273844"/>
          </a:xfrm>
          <a:prstGeom xmlns:a="http://schemas.openxmlformats.org/drawingml/2006/main" prst="rect">
            <a:avLst/>
          </a:prstGeom>
        </p:spPr>
        <p:txBody>
          <a:bodyPr xmlns:a="http://schemas.openxmlformats.org/drawingml/2006/main" vert="horz" lIns="0" tIns="45720" rIns="0" bIns="45720" anchor="ctr"/>
          <a:lstStyle xmlns:a="http://schemas.openxmlformats.org/drawingml/2006/main">
            <a:lvl1pPr algn="r">
              <a:buNone/>
              <a:defRPr sz="1100">
                <a:solidFill>
                  <a:schemeClr val="bg1"/>
                </a:solidFill>
              </a:defRPr>
            </a:lvl1pPr>
          </a:lstStyle>
          <a:p xmlns:a="http://schemas.openxmlformats.org/drawingml/2006/main">
            <a:fld id="{CE58CB1E-F828-4F11-99E0-327109AF9DA4}" type="slidenum">
              <a:t>‹#›</a:t>
            </a:fld>
            <a:endParaRPr/>
          </a:p>
        </p:txBody>
      </p:sp>
      <p:sp>
        <p:nvSpPr>
          <p:cNvPr id="10" name="Fußzeilenplatzhalter 3">
            <a:extLst xmlns:a="http://schemas.openxmlformats.org/drawingml/2006/main">
              <a:ext uri="{FF2B5EF4-FFF2-40B4-BE49-F238E27FC236}">
                <a16:creationId xmlns:a16="http://schemas.microsoft.com/office/drawing/2014/main" id="{F41EE0C2-E1D1-4436-8B71-A5296CC84D39}"/>
              </a:ext>
            </a:extLst>
          </p:cNvPr>
          <p:cNvSpPr>
            <a:spLocks xmlns:a="http://schemas.openxmlformats.org/drawingml/2006/main" noGrp="1"/>
          </p:cNvSpPr>
          <p:nvPr>
            <p:ph type="ftr" idx="3"/>
          </p:nvPr>
        </p:nvSpPr>
        <p:spPr>
          <a:xfrm xmlns:a="http://schemas.openxmlformats.org/drawingml/2006/main">
            <a:off x="311162" y="4854985"/>
            <a:ext cx="6464280" cy="273844"/>
          </a:xfrm>
          <a:prstGeom xmlns:a="http://schemas.openxmlformats.org/drawingml/2006/main" prst="rect">
            <a:avLst/>
          </a:prstGeom>
        </p:spPr>
        <p:txBody>
          <a:bodyPr xmlns:a="http://schemas.openxmlformats.org/drawingml/2006/main" vert="horz" lIns="0" tIns="45720" rIns="0" bIns="45720" anchor="ctr"/>
          <a:lstStyle xmlns:a="http://schemas.openxmlformats.org/drawingml/2006/main">
            <a:lvl1pPr algn="l">
              <a:buNone/>
              <a:defRPr sz="1100">
                <a:solidFill>
                  <a:schemeClr val="bg1"/>
                </a:solidFill>
              </a:defRPr>
            </a:lvl1pPr>
          </a:lstStyle>
          <a:p xmlns:a="http://schemas.openxmlformats.org/drawingml/2006/main">
            <a:r>
              <a:t>Dr. rer. nat. Erika Mustermann (TUM) | kann beliebig erweitert werden | Infos mit Strich trennen</a:t>
            </a:r>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51" r:id="R546987c9d33c4f7d"/>
  </p:sldLayoutIdLst>
  <p:hf hdr="0" dt="0"/>
  <p:txStyles>
    <p:titleStyle>
      <a:lvl1pPr xmlns:a="http://schemas.openxmlformats.org/drawingml/2006/main" algn="l">
        <a:lnSpc>
          <a:spcPct val="125000"/>
        </a:lnSpc>
        <a:spcBef>
          <a:spcPct val="0"/>
        </a:spcBef>
        <a:spcAft>
          <a:spcPct val="0"/>
        </a:spcAft>
        <a:buNone/>
        <a:defRPr sz="2200" b="0" kern="1200">
          <a:solidFill>
            <a:schemeClr val="tx1"/>
          </a:solidFill>
          <a:latin typeface="+mj-lt"/>
          <a:ea typeface="+mj-lt"/>
          <a:cs typeface="+mj-lt"/>
        </a:defRPr>
      </a:lvl1pPr>
      <a:lvl2pPr xmlns:a="http://schemas.openxmlformats.org/drawingml/2006/main" algn="l">
        <a:spcBef>
          <a:spcPct val="0"/>
        </a:spcBef>
        <a:spcAft>
          <a:spcPct val="0"/>
        </a:spcAft>
        <a:buNone/>
        <a:defRPr sz="2000" b="1">
          <a:solidFill>
            <a:schemeClr val="tx2"/>
          </a:solidFill>
          <a:latin typeface="Arial"/>
          <a:ea typeface="Arial"/>
          <a:cs typeface="Arial"/>
        </a:defRPr>
      </a:lvl2pPr>
      <a:lvl3pPr xmlns:a="http://schemas.openxmlformats.org/drawingml/2006/main" algn="l">
        <a:spcBef>
          <a:spcPct val="0"/>
        </a:spcBef>
        <a:spcAft>
          <a:spcPct val="0"/>
        </a:spcAft>
        <a:buNone/>
        <a:defRPr sz="2000" b="1">
          <a:solidFill>
            <a:schemeClr val="tx2"/>
          </a:solidFill>
          <a:latin typeface="Arial"/>
          <a:ea typeface="Arial"/>
          <a:cs typeface="Arial"/>
        </a:defRPr>
      </a:lvl3pPr>
      <a:lvl4pPr xmlns:a="http://schemas.openxmlformats.org/drawingml/2006/main" algn="l">
        <a:spcBef>
          <a:spcPct val="0"/>
        </a:spcBef>
        <a:spcAft>
          <a:spcPct val="0"/>
        </a:spcAft>
        <a:buNone/>
        <a:defRPr sz="2000" b="1">
          <a:solidFill>
            <a:schemeClr val="tx2"/>
          </a:solidFill>
          <a:latin typeface="Arial"/>
          <a:ea typeface="Arial"/>
          <a:cs typeface="Arial"/>
        </a:defRPr>
      </a:lvl4pPr>
      <a:lvl5pPr xmlns:a="http://schemas.openxmlformats.org/drawingml/2006/main" algn="l">
        <a:spcBef>
          <a:spcPct val="0"/>
        </a:spcBef>
        <a:spcAft>
          <a:spcPct val="0"/>
        </a:spcAft>
        <a:buNone/>
        <a:defRPr sz="2000" b="1">
          <a:solidFill>
            <a:schemeClr val="tx2"/>
          </a:solidFill>
          <a:latin typeface="Arial"/>
          <a:ea typeface="Arial"/>
          <a:cs typeface="Arial"/>
        </a:defRPr>
      </a:lvl5pPr>
      <a:lvl6pPr xmlns:a="http://schemas.openxmlformats.org/drawingml/2006/main" marL="457200" algn="l">
        <a:spcBef>
          <a:spcPct val="0"/>
        </a:spcBef>
        <a:spcAft>
          <a:spcPct val="0"/>
        </a:spcAft>
        <a:buNone/>
        <a:defRPr sz="2000" b="1">
          <a:solidFill>
            <a:schemeClr val="tx2"/>
          </a:solidFill>
          <a:latin typeface="Arial"/>
          <a:ea typeface="Arial"/>
          <a:cs typeface="Arial"/>
        </a:defRPr>
      </a:lvl6pPr>
      <a:lvl7pPr xmlns:a="http://schemas.openxmlformats.org/drawingml/2006/main" marL="914400" algn="l">
        <a:spcBef>
          <a:spcPct val="0"/>
        </a:spcBef>
        <a:spcAft>
          <a:spcPct val="0"/>
        </a:spcAft>
        <a:buNone/>
        <a:defRPr sz="2000" b="1">
          <a:solidFill>
            <a:schemeClr val="tx2"/>
          </a:solidFill>
          <a:latin typeface="Arial"/>
          <a:ea typeface="Arial"/>
          <a:cs typeface="Arial"/>
        </a:defRPr>
      </a:lvl7pPr>
      <a:lvl8pPr xmlns:a="http://schemas.openxmlformats.org/drawingml/2006/main" marL="1371600" algn="l">
        <a:spcBef>
          <a:spcPct val="0"/>
        </a:spcBef>
        <a:spcAft>
          <a:spcPct val="0"/>
        </a:spcAft>
        <a:buNone/>
        <a:defRPr sz="2000" b="1">
          <a:solidFill>
            <a:schemeClr val="tx2"/>
          </a:solidFill>
          <a:latin typeface="Arial"/>
          <a:ea typeface="Arial"/>
          <a:cs typeface="Arial"/>
        </a:defRPr>
      </a:lvl8pPr>
      <a:lvl9pPr xmlns:a="http://schemas.openxmlformats.org/drawingml/2006/main" marL="1828800" algn="l">
        <a:spcBef>
          <a:spcPct val="0"/>
        </a:spcBef>
        <a:spcAft>
          <a:spcPct val="0"/>
        </a:spcAft>
        <a:buNone/>
        <a:defRPr sz="2000" b="1">
          <a:solidFill>
            <a:schemeClr val="tx2"/>
          </a:solidFill>
          <a:latin typeface="Arial"/>
          <a:ea typeface="Arial"/>
          <a:cs typeface="Arial"/>
        </a:defRPr>
      </a:lvl9pPr>
    </p:titleStyle>
    <p:bodyStyle>
      <a:lvl1pPr xmlns:a="http://schemas.openxmlformats.org/drawingml/2006/main" algn="l">
        <a:lnSpc>
          <a:spcPct val="100000"/>
        </a:lnSpc>
        <a:spcBef>
          <a:spcPct val="0"/>
        </a:spcBef>
        <a:spcAft>
          <a:spcPct val="0"/>
        </a:spcAft>
        <a:buNone/>
        <a:defRPr sz="1600" kern="1200">
          <a:solidFill>
            <a:schemeClr val="tx1"/>
          </a:solidFill>
          <a:latin typeface="+mn-lt"/>
          <a:ea typeface="+mn-lt"/>
          <a:cs typeface="+mn-lt"/>
        </a:defRPr>
      </a:lvl1pPr>
      <a:lvl2pPr xmlns:a="http://schemas.openxmlformats.org/drawingml/2006/main" marL="176213" indent="-176213" algn="l">
        <a:lnSpc>
          <a:spcPct val="100000"/>
        </a:lnSpc>
        <a:spcBef>
          <a:spcPct val="0"/>
        </a:spcBef>
        <a:spcAft>
          <a:spcPct val="0"/>
        </a:spcAft>
        <a:buFont typeface="Arial"/>
        <a:buChar char="•"/>
        <a:defRPr sz="1600" kern="1200">
          <a:solidFill>
            <a:schemeClr val="tx1"/>
          </a:solidFill>
          <a:latin typeface="+mn-lt"/>
          <a:ea typeface="+mn-lt"/>
          <a:cs typeface="+mn-lt"/>
        </a:defRPr>
      </a:lvl2pPr>
      <a:lvl3pPr xmlns:a="http://schemas.openxmlformats.org/drawingml/2006/main" marL="360363" indent="-184150" algn="l">
        <a:lnSpc>
          <a:spcPct val="125000"/>
        </a:lnSpc>
        <a:spcBef>
          <a:spcPct val="0"/>
        </a:spcBef>
        <a:spcAft>
          <a:spcPct val="0"/>
        </a:spcAft>
        <a:buFont typeface="Symbol"/>
        <a:buChar char="-"/>
        <a:defRPr sz="1400" kern="1200">
          <a:solidFill>
            <a:schemeClr val="tx1"/>
          </a:solidFill>
          <a:latin typeface="+mn-lt"/>
          <a:ea typeface="+mn-lt"/>
          <a:cs typeface="+mn-lt"/>
        </a:defRPr>
      </a:lvl3pPr>
      <a:lvl4pPr xmlns:a="http://schemas.openxmlformats.org/drawingml/2006/main" marL="538163" indent="-177800" algn="l">
        <a:lnSpc>
          <a:spcPct val="125000"/>
        </a:lnSpc>
        <a:spcBef>
          <a:spcPct val="0"/>
        </a:spcBef>
        <a:spcAft>
          <a:spcPct val="0"/>
        </a:spcAft>
        <a:buFont typeface="Symbol"/>
        <a:buChar char="-"/>
        <a:defRPr sz="1400" kern="1200">
          <a:solidFill>
            <a:schemeClr val="tx1"/>
          </a:solidFill>
          <a:latin typeface="+mn-lt"/>
          <a:ea typeface="+mn-lt"/>
          <a:cs typeface="+mn-lt"/>
        </a:defRPr>
      </a:lvl4pPr>
      <a:lvl5pPr xmlns:a="http://schemas.openxmlformats.org/drawingml/2006/main" marL="714375" indent="-176213" algn="l">
        <a:lnSpc>
          <a:spcPct val="125000"/>
        </a:lnSpc>
        <a:spcBef>
          <a:spcPct val="0"/>
        </a:spcBef>
        <a:spcAft>
          <a:spcPct val="0"/>
        </a:spcAft>
        <a:buFont typeface="Symbol"/>
        <a:buChar char="-"/>
        <a:defRPr sz="14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slideMaster3.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9" name="Foliennummernplatzhalter 4">
            <a:extLst xmlns:a="http://schemas.openxmlformats.org/drawingml/2006/main">
              <a:ext uri="{FF2B5EF4-FFF2-40B4-BE49-F238E27FC236}">
                <a16:creationId xmlns:a16="http://schemas.microsoft.com/office/drawing/2014/main" id="{F4D0152A-9649-421D-A7EE-1F15E37D2669}"/>
              </a:ext>
            </a:extLst>
          </p:cNvPr>
          <p:cNvSpPr>
            <a:spLocks xmlns:a="http://schemas.openxmlformats.org/drawingml/2006/main" noGrp="1"/>
          </p:cNvSpPr>
          <p:nvPr>
            <p:ph type="sldNum" idx="4"/>
          </p:nvPr>
        </p:nvSpPr>
        <p:spPr>
          <a:xfrm xmlns:a="http://schemas.openxmlformats.org/drawingml/2006/main">
            <a:off x="6774934" y="4854985"/>
            <a:ext cx="2052000" cy="273844"/>
          </a:xfrm>
          <a:prstGeom xmlns:a="http://schemas.openxmlformats.org/drawingml/2006/main" prst="rect">
            <a:avLst/>
          </a:prstGeom>
        </p:spPr>
        <p:txBody>
          <a:bodyPr xmlns:a="http://schemas.openxmlformats.org/drawingml/2006/main" vert="horz" lIns="0" tIns="45720" rIns="0" bIns="45720" anchor="ctr"/>
          <a:lstStyle xmlns:a="http://schemas.openxmlformats.org/drawingml/2006/main">
            <a:lvl1pPr algn="r">
              <a:buNone/>
              <a:defRPr sz="1100">
                <a:solidFill>
                  <a:schemeClr val="tx1"/>
                </a:solidFill>
              </a:defRPr>
            </a:lvl1pPr>
          </a:lstStyle>
          <a:p xmlns:a="http://schemas.openxmlformats.org/drawingml/2006/main">
            <a:fld id="{CE58CB1E-F828-4F11-99E0-327109AF9DA4}" type="slidenum">
              <a:t>‹#›</a:t>
            </a:fld>
            <a:endParaRPr/>
          </a:p>
        </p:txBody>
      </p:sp>
      <p:sp>
        <p:nvSpPr>
          <p:cNvPr id="10" name="Fußzeilenplatzhalter 3">
            <a:extLst xmlns:a="http://schemas.openxmlformats.org/drawingml/2006/main">
              <a:ext uri="{FF2B5EF4-FFF2-40B4-BE49-F238E27FC236}">
                <a16:creationId xmlns:a16="http://schemas.microsoft.com/office/drawing/2014/main" id="{C7DDCBAB-CB52-43C0-8599-54F628583B5C}"/>
              </a:ext>
            </a:extLst>
          </p:cNvPr>
          <p:cNvSpPr>
            <a:spLocks xmlns:a="http://schemas.openxmlformats.org/drawingml/2006/main" noGrp="1"/>
          </p:cNvSpPr>
          <p:nvPr>
            <p:ph type="ftr" idx="3"/>
          </p:nvPr>
        </p:nvSpPr>
        <p:spPr>
          <a:xfrm xmlns:a="http://schemas.openxmlformats.org/drawingml/2006/main">
            <a:off x="311162" y="4854985"/>
            <a:ext cx="6464280" cy="273844"/>
          </a:xfrm>
          <a:prstGeom xmlns:a="http://schemas.openxmlformats.org/drawingml/2006/main" prst="rect">
            <a:avLst/>
          </a:prstGeom>
        </p:spPr>
        <p:txBody>
          <a:bodyPr xmlns:a="http://schemas.openxmlformats.org/drawingml/2006/main" vert="horz" lIns="0" tIns="45720" rIns="0" bIns="45720" anchor="ctr"/>
          <a:lstStyle xmlns:a="http://schemas.openxmlformats.org/drawingml/2006/main">
            <a:lvl1pPr algn="l">
              <a:buNone/>
              <a:defRPr sz="1100">
                <a:solidFill>
                  <a:schemeClr val="tx1"/>
                </a:solidFill>
              </a:defRPr>
            </a:lvl1pPr>
          </a:lstStyle>
          <a:p xmlns:a="http://schemas.openxmlformats.org/drawingml/2006/main">
            <a:r>
              <a:t>Dr. rer. nat. Erika Mustermann (TUM) | kann beliebig erweitert werden | Infos mit Strich trennen</a:t>
            </a:r>
            <a:endParaRPr/>
          </a:p>
        </p:txBody>
      </p:sp>
      <p:pic>
        <p:nvPicPr>
          <p:cNvPr id="15" name="Bild 6"/>
          <p:cNvPicPr>
            <a:picLocks xmlns:a="http://schemas.openxmlformats.org/drawingml/2006/main" noChangeAspect="1"/>
          </p:cNvPicPr>
          <p:nvPr/>
        </p:nvPicPr>
        <p:blipFill>
          <a:blip xmlns:r="http://schemas.openxmlformats.org/officeDocument/2006/relationships" xmlns:a="http://schemas.openxmlformats.org/drawingml/2006/main" r:embed="Rd39dd54da2674edd"/>
          <a:stretch xmlns:a="http://schemas.openxmlformats.org/drawingml/2006/main">
            <a:fillRect l="0" t="0" r="0" b="0"/>
          </a:stretch>
        </p:blipFill>
        <p:spPr>
          <a:xfrm xmlns:a="http://schemas.openxmlformats.org/drawingml/2006/main">
            <a:off x="8218411" y="324000"/>
            <a:ext cx="604774" cy="318516"/>
          </a:xfrm>
          <a:prstGeom xmlns:a="http://schemas.openxmlformats.org/drawingml/2006/main" prst="rect">
            <a:avLst/>
          </a:prstGeom>
        </p:spPr>
      </p:pic>
      <p:sp>
        <p:nvSpPr>
          <p:cNvPr id="11" name="Textfeld 10">
            <a:extLst xmlns:a="http://schemas.openxmlformats.org/drawingml/2006/main">
              <a:ext uri="{FF2B5EF4-FFF2-40B4-BE49-F238E27FC236}">
                <a16:creationId xmlns:a16="http://schemas.microsoft.com/office/drawing/2014/main" id="{4755FB71-D30A-4329-AB03-B806060F9925}"/>
              </a:ext>
            </a:extLst>
          </p:cNvPr>
          <p:cNvSpPr>
            <a:spLocks xmlns:a="http://schemas.openxmlformats.org/drawingml/2006/main" noGrp="1"/>
          </p:cNvSpPr>
          <p:nvPr/>
        </p:nvSpPr>
        <p:spPr>
          <a:xfrm xmlns:a="http://schemas.openxmlformats.org/drawingml/2006/main">
            <a:off x="319506" y="321468"/>
            <a:ext cx="7160425" cy="346249"/>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ts val="900"/>
              </a:lnSpc>
              <a:buNone/>
            </a:pPr>
            <a:r>
              <a:rPr sz="800">
                <a:solidFill>
                  <a:schemeClr val="tx2"/>
                </a:solidFill>
                <a:latin typeface="+mn-lt"/>
                <a:ea typeface="+mn-lt"/>
                <a:cs typeface="+mn-lt"/>
              </a:rPr>
              <a:t>Lehrstuhl für Mustertechnik</a:t>
            </a:r>
          </a:p>
          <a:p xmlns:a="http://schemas.openxmlformats.org/drawingml/2006/main">
            <a:pPr>
              <a:lnSpc>
                <a:spcPts val="900"/>
              </a:lnSpc>
              <a:buNone/>
            </a:pPr>
            <a:r>
              <a:rPr sz="800">
                <a:solidFill>
                  <a:schemeClr val="tx2"/>
                </a:solidFill>
                <a:latin typeface="+mn-lt"/>
                <a:ea typeface="+mn-lt"/>
                <a:cs typeface="+mn-lt"/>
              </a:rPr>
              <a:t>TUM</a:t>
            </a:r>
            <a:r>
              <a:rPr sz="800">
                <a:solidFill>
                  <a:schemeClr val="tx2"/>
                </a:solidFill>
                <a:latin typeface="+mn-lt"/>
                <a:ea typeface="+mn-lt"/>
                <a:cs typeface="+mn-lt"/>
              </a:rPr>
              <a:t> School </a:t>
            </a:r>
            <a:r>
              <a:rPr sz="800">
                <a:solidFill>
                  <a:schemeClr val="tx2"/>
                </a:solidFill>
                <a:latin typeface="+mn-lt"/>
                <a:ea typeface="+mn-lt"/>
                <a:cs typeface="+mn-lt"/>
              </a:rPr>
              <a:t>of</a:t>
            </a:r>
            <a:r>
              <a:rPr sz="800">
                <a:solidFill>
                  <a:schemeClr val="tx2"/>
                </a:solidFill>
                <a:latin typeface="+mn-lt"/>
                <a:ea typeface="+mn-lt"/>
                <a:cs typeface="+mn-lt"/>
              </a:rPr>
              <a:t> Musterverfahren</a:t>
            </a:r>
          </a:p>
          <a:p xmlns:a="http://schemas.openxmlformats.org/drawingml/2006/main">
            <a:pPr>
              <a:lnSpc>
                <a:spcPts val="900"/>
              </a:lnSpc>
              <a:buNone/>
            </a:pPr>
            <a:r>
              <a:rPr sz="800">
                <a:solidFill>
                  <a:schemeClr val="tx2"/>
                </a:solidFill>
                <a:latin typeface="+mn-lt"/>
                <a:ea typeface="+mn-lt"/>
                <a:cs typeface="+mn-lt"/>
              </a:rPr>
              <a:t>Technische Universität</a:t>
            </a:r>
            <a:r>
              <a:rPr sz="800">
                <a:solidFill>
                  <a:schemeClr val="tx2"/>
                </a:solidFill>
                <a:latin typeface="+mn-lt"/>
                <a:ea typeface="+mn-lt"/>
                <a:cs typeface="+mn-lt"/>
              </a:rPr>
              <a:t> München</a:t>
            </a:r>
            <a:endParaRPr sz="800">
              <a:solidFill>
                <a:schemeClr val="tx2"/>
              </a:solidFill>
              <a:latin typeface="+mn-lt"/>
              <a:ea typeface="+mn-lt"/>
              <a:cs typeface="+mn-lt"/>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53" r:id="R6f84a4a77ab54a2b"/>
  </p:sldLayoutIdLst>
  <p:hf hdr="0" dt="0"/>
  <p:txStyles>
    <p:titleStyle>
      <a:lvl1pPr xmlns:a="http://schemas.openxmlformats.org/drawingml/2006/main" algn="l">
        <a:lnSpc>
          <a:spcPct val="125000"/>
        </a:lnSpc>
        <a:spcBef>
          <a:spcPct val="0"/>
        </a:spcBef>
        <a:spcAft>
          <a:spcPct val="0"/>
        </a:spcAft>
        <a:buNone/>
        <a:defRPr sz="2200" b="0" kern="1200">
          <a:solidFill>
            <a:schemeClr val="tx1"/>
          </a:solidFill>
          <a:latin typeface="+mj-lt"/>
          <a:ea typeface="+mj-lt"/>
          <a:cs typeface="+mj-lt"/>
        </a:defRPr>
      </a:lvl1pPr>
      <a:lvl2pPr xmlns:a="http://schemas.openxmlformats.org/drawingml/2006/main" algn="l">
        <a:spcBef>
          <a:spcPct val="0"/>
        </a:spcBef>
        <a:spcAft>
          <a:spcPct val="0"/>
        </a:spcAft>
        <a:buNone/>
        <a:defRPr sz="2000" b="1">
          <a:solidFill>
            <a:schemeClr val="tx2"/>
          </a:solidFill>
          <a:latin typeface="Arial"/>
          <a:ea typeface="Arial"/>
          <a:cs typeface="Arial"/>
        </a:defRPr>
      </a:lvl2pPr>
      <a:lvl3pPr xmlns:a="http://schemas.openxmlformats.org/drawingml/2006/main" algn="l">
        <a:spcBef>
          <a:spcPct val="0"/>
        </a:spcBef>
        <a:spcAft>
          <a:spcPct val="0"/>
        </a:spcAft>
        <a:buNone/>
        <a:defRPr sz="2000" b="1">
          <a:solidFill>
            <a:schemeClr val="tx2"/>
          </a:solidFill>
          <a:latin typeface="Arial"/>
          <a:ea typeface="Arial"/>
          <a:cs typeface="Arial"/>
        </a:defRPr>
      </a:lvl3pPr>
      <a:lvl4pPr xmlns:a="http://schemas.openxmlformats.org/drawingml/2006/main" algn="l">
        <a:spcBef>
          <a:spcPct val="0"/>
        </a:spcBef>
        <a:spcAft>
          <a:spcPct val="0"/>
        </a:spcAft>
        <a:buNone/>
        <a:defRPr sz="2000" b="1">
          <a:solidFill>
            <a:schemeClr val="tx2"/>
          </a:solidFill>
          <a:latin typeface="Arial"/>
          <a:ea typeface="Arial"/>
          <a:cs typeface="Arial"/>
        </a:defRPr>
      </a:lvl4pPr>
      <a:lvl5pPr xmlns:a="http://schemas.openxmlformats.org/drawingml/2006/main" algn="l">
        <a:spcBef>
          <a:spcPct val="0"/>
        </a:spcBef>
        <a:spcAft>
          <a:spcPct val="0"/>
        </a:spcAft>
        <a:buNone/>
        <a:defRPr sz="2000" b="1">
          <a:solidFill>
            <a:schemeClr val="tx2"/>
          </a:solidFill>
          <a:latin typeface="Arial"/>
          <a:ea typeface="Arial"/>
          <a:cs typeface="Arial"/>
        </a:defRPr>
      </a:lvl5pPr>
      <a:lvl6pPr xmlns:a="http://schemas.openxmlformats.org/drawingml/2006/main" marL="457200" algn="l">
        <a:spcBef>
          <a:spcPct val="0"/>
        </a:spcBef>
        <a:spcAft>
          <a:spcPct val="0"/>
        </a:spcAft>
        <a:buNone/>
        <a:defRPr sz="2000" b="1">
          <a:solidFill>
            <a:schemeClr val="tx2"/>
          </a:solidFill>
          <a:latin typeface="Arial"/>
          <a:ea typeface="Arial"/>
          <a:cs typeface="Arial"/>
        </a:defRPr>
      </a:lvl6pPr>
      <a:lvl7pPr xmlns:a="http://schemas.openxmlformats.org/drawingml/2006/main" marL="914400" algn="l">
        <a:spcBef>
          <a:spcPct val="0"/>
        </a:spcBef>
        <a:spcAft>
          <a:spcPct val="0"/>
        </a:spcAft>
        <a:buNone/>
        <a:defRPr sz="2000" b="1">
          <a:solidFill>
            <a:schemeClr val="tx2"/>
          </a:solidFill>
          <a:latin typeface="Arial"/>
          <a:ea typeface="Arial"/>
          <a:cs typeface="Arial"/>
        </a:defRPr>
      </a:lvl7pPr>
      <a:lvl8pPr xmlns:a="http://schemas.openxmlformats.org/drawingml/2006/main" marL="1371600" algn="l">
        <a:spcBef>
          <a:spcPct val="0"/>
        </a:spcBef>
        <a:spcAft>
          <a:spcPct val="0"/>
        </a:spcAft>
        <a:buNone/>
        <a:defRPr sz="2000" b="1">
          <a:solidFill>
            <a:schemeClr val="tx2"/>
          </a:solidFill>
          <a:latin typeface="Arial"/>
          <a:ea typeface="Arial"/>
          <a:cs typeface="Arial"/>
        </a:defRPr>
      </a:lvl8pPr>
      <a:lvl9pPr xmlns:a="http://schemas.openxmlformats.org/drawingml/2006/main" marL="1828800" algn="l">
        <a:spcBef>
          <a:spcPct val="0"/>
        </a:spcBef>
        <a:spcAft>
          <a:spcPct val="0"/>
        </a:spcAft>
        <a:buNone/>
        <a:defRPr sz="2000" b="1">
          <a:solidFill>
            <a:schemeClr val="tx2"/>
          </a:solidFill>
          <a:latin typeface="Arial"/>
          <a:ea typeface="Arial"/>
          <a:cs typeface="Arial"/>
        </a:defRPr>
      </a:lvl9pPr>
    </p:titleStyle>
    <p:bodyStyle>
      <a:lvl1pPr xmlns:a="http://schemas.openxmlformats.org/drawingml/2006/main" algn="l">
        <a:lnSpc>
          <a:spcPct val="100000"/>
        </a:lnSpc>
        <a:spcBef>
          <a:spcPct val="0"/>
        </a:spcBef>
        <a:spcAft>
          <a:spcPct val="0"/>
        </a:spcAft>
        <a:buNone/>
        <a:defRPr sz="1600" kern="1200">
          <a:solidFill>
            <a:schemeClr val="tx1"/>
          </a:solidFill>
          <a:latin typeface="+mn-lt"/>
          <a:ea typeface="+mn-lt"/>
          <a:cs typeface="+mn-lt"/>
        </a:defRPr>
      </a:lvl1pPr>
      <a:lvl2pPr xmlns:a="http://schemas.openxmlformats.org/drawingml/2006/main" marL="176213" indent="-176213" algn="l">
        <a:lnSpc>
          <a:spcPct val="100000"/>
        </a:lnSpc>
        <a:spcBef>
          <a:spcPct val="0"/>
        </a:spcBef>
        <a:spcAft>
          <a:spcPct val="0"/>
        </a:spcAft>
        <a:buFont typeface="Arial"/>
        <a:buChar char="•"/>
        <a:defRPr sz="1600" kern="1200">
          <a:solidFill>
            <a:schemeClr val="tx1"/>
          </a:solidFill>
          <a:latin typeface="+mn-lt"/>
          <a:ea typeface="+mn-lt"/>
          <a:cs typeface="+mn-lt"/>
        </a:defRPr>
      </a:lvl2pPr>
      <a:lvl3pPr xmlns:a="http://schemas.openxmlformats.org/drawingml/2006/main" marL="360363" indent="-184150" algn="l">
        <a:lnSpc>
          <a:spcPct val="125000"/>
        </a:lnSpc>
        <a:spcBef>
          <a:spcPct val="0"/>
        </a:spcBef>
        <a:spcAft>
          <a:spcPct val="0"/>
        </a:spcAft>
        <a:buFont typeface="Symbol"/>
        <a:buChar char="-"/>
        <a:defRPr sz="1400" kern="1200">
          <a:solidFill>
            <a:schemeClr val="tx1"/>
          </a:solidFill>
          <a:latin typeface="+mn-lt"/>
          <a:ea typeface="+mn-lt"/>
          <a:cs typeface="+mn-lt"/>
        </a:defRPr>
      </a:lvl3pPr>
      <a:lvl4pPr xmlns:a="http://schemas.openxmlformats.org/drawingml/2006/main" marL="538163" indent="-177800" algn="l">
        <a:lnSpc>
          <a:spcPct val="125000"/>
        </a:lnSpc>
        <a:spcBef>
          <a:spcPct val="0"/>
        </a:spcBef>
        <a:spcAft>
          <a:spcPct val="0"/>
        </a:spcAft>
        <a:buFont typeface="Symbol"/>
        <a:buChar char="-"/>
        <a:defRPr sz="1400" kern="1200">
          <a:solidFill>
            <a:schemeClr val="tx1"/>
          </a:solidFill>
          <a:latin typeface="+mn-lt"/>
          <a:ea typeface="+mn-lt"/>
          <a:cs typeface="+mn-lt"/>
        </a:defRPr>
      </a:lvl4pPr>
      <a:lvl5pPr xmlns:a="http://schemas.openxmlformats.org/drawingml/2006/main" marL="714375" indent="-176213" algn="l">
        <a:lnSpc>
          <a:spcPct val="125000"/>
        </a:lnSpc>
        <a:spcBef>
          <a:spcPct val="0"/>
        </a:spcBef>
        <a:spcAft>
          <a:spcPct val="0"/>
        </a:spcAft>
        <a:buFont typeface="Symbol"/>
        <a:buChar char="-"/>
        <a:defRPr sz="14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slideMaster4.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pic>
        <p:nvPicPr>
          <p:cNvPr id="8" name="Bild 2"/>
          <p:cNvPicPr>
            <a:picLocks xmlns:a="http://schemas.openxmlformats.org/drawingml/2006/main" noChangeAspect="1"/>
          </p:cNvPicPr>
          <p:nvPr/>
        </p:nvPicPr>
        <p:blipFill>
          <a:blip xmlns:r="http://schemas.openxmlformats.org/officeDocument/2006/relationships" xmlns:a="http://schemas.openxmlformats.org/drawingml/2006/main" r:embed="R0aa02e5a904b4ad1"/>
          <a:stretch xmlns:a="http://schemas.openxmlformats.org/drawingml/2006/main">
            <a:fillRect l="0" t="0" r="0" b="0"/>
          </a:stretch>
        </p:blipFill>
        <p:spPr>
          <a:xfrm xmlns:a="http://schemas.openxmlformats.org/drawingml/2006/main">
            <a:off x="8218411" y="324000"/>
            <a:ext cx="604774" cy="318516"/>
          </a:xfrm>
          <a:prstGeom xmlns:a="http://schemas.openxmlformats.org/drawingml/2006/main" prst="rect">
            <a:avLst/>
          </a:prstGeom>
        </p:spPr>
      </p:pic>
      <p:sp>
        <p:nvSpPr>
          <p:cNvPr id="5" name="Foliennummernplatzhalter 4">
            <a:extLst xmlns:a="http://schemas.openxmlformats.org/drawingml/2006/main">
              <a:ext uri="{FF2B5EF4-FFF2-40B4-BE49-F238E27FC236}">
                <a16:creationId xmlns:a16="http://schemas.microsoft.com/office/drawing/2014/main" id="{86400A6E-BB61-4B20-86E9-F0EF64EA9AE4}"/>
              </a:ext>
            </a:extLst>
          </p:cNvPr>
          <p:cNvSpPr>
            <a:spLocks xmlns:a="http://schemas.openxmlformats.org/drawingml/2006/main" noGrp="1"/>
          </p:cNvSpPr>
          <p:nvPr>
            <p:ph type="sldNum" idx="4"/>
          </p:nvPr>
        </p:nvSpPr>
        <p:spPr>
          <a:xfrm xmlns:a="http://schemas.openxmlformats.org/drawingml/2006/main">
            <a:off x="6774934" y="4854985"/>
            <a:ext cx="2052074" cy="273844"/>
          </a:xfrm>
          <a:prstGeom xmlns:a="http://schemas.openxmlformats.org/drawingml/2006/main" prst="rect">
            <a:avLst/>
          </a:prstGeom>
        </p:spPr>
        <p:txBody>
          <a:bodyPr xmlns:a="http://schemas.openxmlformats.org/drawingml/2006/main" vert="horz" lIns="0" tIns="45720" rIns="0" bIns="45720" anchor="ctr"/>
          <a:lstStyle xmlns:a="http://schemas.openxmlformats.org/drawingml/2006/main">
            <a:lvl1pPr algn="r">
              <a:buNone/>
              <a:defRPr sz="1100">
                <a:solidFill>
                  <a:schemeClr val="tx1"/>
                </a:solidFill>
              </a:defRPr>
            </a:lvl1pPr>
          </a:lstStyle>
          <a:p xmlns:a="http://schemas.openxmlformats.org/drawingml/2006/main">
            <a:fld id="{CE58CB1E-F828-4F11-99E0-327109AF9DA4}" type="slidenum">
              <a:t>‹#›</a:t>
            </a:fld>
            <a:endParaRPr/>
          </a:p>
        </p:txBody>
      </p:sp>
      <p:sp>
        <p:nvSpPr>
          <p:cNvPr id="6" name="Fußzeilenplatzhalter 3">
            <a:extLst xmlns:a="http://schemas.openxmlformats.org/drawingml/2006/main">
              <a:ext uri="{FF2B5EF4-FFF2-40B4-BE49-F238E27FC236}">
                <a16:creationId xmlns:a16="http://schemas.microsoft.com/office/drawing/2014/main" id="{CBC76E3F-CF42-40B1-B6B1-CE1B0F168578}"/>
              </a:ext>
            </a:extLst>
          </p:cNvPr>
          <p:cNvSpPr>
            <a:spLocks xmlns:a="http://schemas.openxmlformats.org/drawingml/2006/main" noGrp="1"/>
          </p:cNvSpPr>
          <p:nvPr>
            <p:ph type="ftr" idx="3"/>
          </p:nvPr>
        </p:nvSpPr>
        <p:spPr>
          <a:xfrm xmlns:a="http://schemas.openxmlformats.org/drawingml/2006/main">
            <a:off x="311162" y="4854985"/>
            <a:ext cx="6464280" cy="273844"/>
          </a:xfrm>
          <a:prstGeom xmlns:a="http://schemas.openxmlformats.org/drawingml/2006/main" prst="rect">
            <a:avLst/>
          </a:prstGeom>
        </p:spPr>
        <p:txBody>
          <a:bodyPr xmlns:a="http://schemas.openxmlformats.org/drawingml/2006/main" vert="horz" lIns="0" tIns="45720" rIns="0" bIns="45720" anchor="ctr"/>
          <a:lstStyle xmlns:a="http://schemas.openxmlformats.org/drawingml/2006/main">
            <a:lvl1pPr algn="l">
              <a:buNone/>
              <a:defRPr sz="1100">
                <a:solidFill>
                  <a:schemeClr val="tx1"/>
                </a:solidFill>
              </a:defRPr>
            </a:lvl1pPr>
          </a:lstStyle>
          <a:p xmlns:a="http://schemas.openxmlformats.org/drawingml/2006/main">
            <a:r>
              <a:t>Dr. rer. nat. Erika Mustermann (TUM) | kann beliebig erweitert werden | Infos mit Strich trennen</a:t>
            </a:r>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55" r:id="Rfe88dc33ebcf4d09"/>
    <p:sldLayoutId xmlns:r="http://schemas.openxmlformats.org/officeDocument/2006/relationships" id="2147483656" r:id="R71be83746c2f486f"/>
    <p:sldLayoutId xmlns:r="http://schemas.openxmlformats.org/officeDocument/2006/relationships" id="2147483657" r:id="R002957d6c0f748b1"/>
    <p:sldLayoutId xmlns:r="http://schemas.openxmlformats.org/officeDocument/2006/relationships" id="2147483658" r:id="Rd3e2b8ddc8504ef2"/>
    <p:sldLayoutId xmlns:r="http://schemas.openxmlformats.org/officeDocument/2006/relationships" id="2147483659" r:id="R6516558aa5984ccc"/>
    <p:sldLayoutId xmlns:r="http://schemas.openxmlformats.org/officeDocument/2006/relationships" id="2147483660" r:id="R3189c53e8c9940d0"/>
    <p:sldLayoutId xmlns:r="http://schemas.openxmlformats.org/officeDocument/2006/relationships" id="2147483661" r:id="Rc3d63b0bd1e94707"/>
    <p:sldLayoutId xmlns:r="http://schemas.openxmlformats.org/officeDocument/2006/relationships" id="2147483662" r:id="Rf1d776c553f34bfc"/>
  </p:sldLayoutIdLst>
  <p:hf hdr="0" dt="0"/>
  <p:txStyles>
    <p:titleStyle>
      <a:lvl1pPr xmlns:a="http://schemas.openxmlformats.org/drawingml/2006/main" algn="l">
        <a:lnSpc>
          <a:spcPct val="125000"/>
        </a:lnSpc>
        <a:spcBef>
          <a:spcPct val="0"/>
        </a:spcBef>
        <a:spcAft>
          <a:spcPct val="0"/>
        </a:spcAft>
        <a:buNone/>
        <a:defRPr sz="2500" b="0" kern="1200">
          <a:solidFill>
            <a:schemeClr val="tx1"/>
          </a:solidFill>
          <a:latin typeface="+mj-lt"/>
          <a:ea typeface="+mj-lt"/>
          <a:cs typeface="+mj-lt"/>
        </a:defRPr>
      </a:lvl1pPr>
      <a:lvl2pPr xmlns:a="http://schemas.openxmlformats.org/drawingml/2006/main" algn="l">
        <a:spcBef>
          <a:spcPct val="0"/>
        </a:spcBef>
        <a:spcAft>
          <a:spcPct val="0"/>
        </a:spcAft>
        <a:buNone/>
        <a:defRPr sz="2000" b="1">
          <a:solidFill>
            <a:schemeClr val="tx2"/>
          </a:solidFill>
          <a:latin typeface="Arial"/>
          <a:ea typeface="Arial"/>
          <a:cs typeface="Arial"/>
        </a:defRPr>
      </a:lvl2pPr>
      <a:lvl3pPr xmlns:a="http://schemas.openxmlformats.org/drawingml/2006/main" algn="l">
        <a:spcBef>
          <a:spcPct val="0"/>
        </a:spcBef>
        <a:spcAft>
          <a:spcPct val="0"/>
        </a:spcAft>
        <a:buNone/>
        <a:defRPr sz="2000" b="1">
          <a:solidFill>
            <a:schemeClr val="tx2"/>
          </a:solidFill>
          <a:latin typeface="Arial"/>
          <a:ea typeface="Arial"/>
          <a:cs typeface="Arial"/>
        </a:defRPr>
      </a:lvl3pPr>
      <a:lvl4pPr xmlns:a="http://schemas.openxmlformats.org/drawingml/2006/main" algn="l">
        <a:spcBef>
          <a:spcPct val="0"/>
        </a:spcBef>
        <a:spcAft>
          <a:spcPct val="0"/>
        </a:spcAft>
        <a:buNone/>
        <a:defRPr sz="2000" b="1">
          <a:solidFill>
            <a:schemeClr val="tx2"/>
          </a:solidFill>
          <a:latin typeface="Arial"/>
          <a:ea typeface="Arial"/>
          <a:cs typeface="Arial"/>
        </a:defRPr>
      </a:lvl4pPr>
      <a:lvl5pPr xmlns:a="http://schemas.openxmlformats.org/drawingml/2006/main" algn="l">
        <a:spcBef>
          <a:spcPct val="0"/>
        </a:spcBef>
        <a:spcAft>
          <a:spcPct val="0"/>
        </a:spcAft>
        <a:buNone/>
        <a:defRPr sz="2000" b="1">
          <a:solidFill>
            <a:schemeClr val="tx2"/>
          </a:solidFill>
          <a:latin typeface="Arial"/>
          <a:ea typeface="Arial"/>
          <a:cs typeface="Arial"/>
        </a:defRPr>
      </a:lvl5pPr>
      <a:lvl6pPr xmlns:a="http://schemas.openxmlformats.org/drawingml/2006/main" marL="457200" algn="l">
        <a:spcBef>
          <a:spcPct val="0"/>
        </a:spcBef>
        <a:spcAft>
          <a:spcPct val="0"/>
        </a:spcAft>
        <a:buNone/>
        <a:defRPr sz="2000" b="1">
          <a:solidFill>
            <a:schemeClr val="tx2"/>
          </a:solidFill>
          <a:latin typeface="Arial"/>
          <a:ea typeface="Arial"/>
          <a:cs typeface="Arial"/>
        </a:defRPr>
      </a:lvl6pPr>
      <a:lvl7pPr xmlns:a="http://schemas.openxmlformats.org/drawingml/2006/main" marL="914400" algn="l">
        <a:spcBef>
          <a:spcPct val="0"/>
        </a:spcBef>
        <a:spcAft>
          <a:spcPct val="0"/>
        </a:spcAft>
        <a:buNone/>
        <a:defRPr sz="2000" b="1">
          <a:solidFill>
            <a:schemeClr val="tx2"/>
          </a:solidFill>
          <a:latin typeface="Arial"/>
          <a:ea typeface="Arial"/>
          <a:cs typeface="Arial"/>
        </a:defRPr>
      </a:lvl7pPr>
      <a:lvl8pPr xmlns:a="http://schemas.openxmlformats.org/drawingml/2006/main" marL="1371600" algn="l">
        <a:spcBef>
          <a:spcPct val="0"/>
        </a:spcBef>
        <a:spcAft>
          <a:spcPct val="0"/>
        </a:spcAft>
        <a:buNone/>
        <a:defRPr sz="2000" b="1">
          <a:solidFill>
            <a:schemeClr val="tx2"/>
          </a:solidFill>
          <a:latin typeface="Arial"/>
          <a:ea typeface="Arial"/>
          <a:cs typeface="Arial"/>
        </a:defRPr>
      </a:lvl8pPr>
      <a:lvl9pPr xmlns:a="http://schemas.openxmlformats.org/drawingml/2006/main" marL="1828800" algn="l">
        <a:spcBef>
          <a:spcPct val="0"/>
        </a:spcBef>
        <a:spcAft>
          <a:spcPct val="0"/>
        </a:spcAft>
        <a:buNone/>
        <a:defRPr sz="2000" b="1">
          <a:solidFill>
            <a:schemeClr val="tx2"/>
          </a:solidFill>
          <a:latin typeface="Arial"/>
          <a:ea typeface="Arial"/>
          <a:cs typeface="Arial"/>
        </a:defRPr>
      </a:lvl9pPr>
    </p:titleStyle>
    <p:bodyStyle>
      <a:lvl1pPr xmlns:a="http://schemas.openxmlformats.org/drawingml/2006/main" algn="l">
        <a:lnSpc>
          <a:spcPct val="100000"/>
        </a:lnSpc>
        <a:spcBef>
          <a:spcPct val="0"/>
        </a:spcBef>
        <a:spcAft>
          <a:spcPct val="0"/>
        </a:spcAft>
        <a:buNone/>
        <a:defRPr sz="1600" kern="1200">
          <a:solidFill>
            <a:schemeClr val="tx1"/>
          </a:solidFill>
          <a:latin typeface="+mn-lt"/>
          <a:ea typeface="+mn-lt"/>
          <a:cs typeface="+mn-lt"/>
        </a:defRPr>
      </a:lvl1pPr>
      <a:lvl2pPr xmlns:a="http://schemas.openxmlformats.org/drawingml/2006/main" marL="176213" indent="-176213" algn="l">
        <a:lnSpc>
          <a:spcPct val="100000"/>
        </a:lnSpc>
        <a:spcBef>
          <a:spcPct val="0"/>
        </a:spcBef>
        <a:spcAft>
          <a:spcPct val="0"/>
        </a:spcAft>
        <a:buFont typeface="Arial"/>
        <a:buChar char="•"/>
        <a:defRPr sz="1600" kern="1200">
          <a:solidFill>
            <a:schemeClr val="tx1"/>
          </a:solidFill>
          <a:latin typeface="+mn-lt"/>
          <a:ea typeface="+mn-lt"/>
          <a:cs typeface="+mn-lt"/>
        </a:defRPr>
      </a:lvl2pPr>
      <a:lvl3pPr xmlns:a="http://schemas.openxmlformats.org/drawingml/2006/main" marL="360363" indent="-184150" algn="l">
        <a:lnSpc>
          <a:spcPct val="125000"/>
        </a:lnSpc>
        <a:spcBef>
          <a:spcPct val="0"/>
        </a:spcBef>
        <a:spcAft>
          <a:spcPct val="0"/>
        </a:spcAft>
        <a:buFont typeface="Symbol"/>
        <a:buChar char="-"/>
        <a:defRPr sz="1400" kern="1200">
          <a:solidFill>
            <a:schemeClr val="tx1"/>
          </a:solidFill>
          <a:latin typeface="+mn-lt"/>
          <a:ea typeface="+mn-lt"/>
          <a:cs typeface="+mn-lt"/>
        </a:defRPr>
      </a:lvl3pPr>
      <a:lvl4pPr xmlns:a="http://schemas.openxmlformats.org/drawingml/2006/main" marL="538163" indent="-177800" algn="l">
        <a:lnSpc>
          <a:spcPct val="125000"/>
        </a:lnSpc>
        <a:spcBef>
          <a:spcPct val="0"/>
        </a:spcBef>
        <a:spcAft>
          <a:spcPct val="0"/>
        </a:spcAft>
        <a:buFont typeface="Symbol"/>
        <a:buChar char="-"/>
        <a:defRPr sz="1400" kern="1200">
          <a:solidFill>
            <a:schemeClr val="tx1"/>
          </a:solidFill>
          <a:latin typeface="+mn-lt"/>
          <a:ea typeface="+mn-lt"/>
          <a:cs typeface="+mn-lt"/>
        </a:defRPr>
      </a:lvl4pPr>
      <a:lvl5pPr xmlns:a="http://schemas.openxmlformats.org/drawingml/2006/main" marL="714375" indent="-176213" algn="l">
        <a:lnSpc>
          <a:spcPct val="125000"/>
        </a:lnSpc>
        <a:spcBef>
          <a:spcPct val="0"/>
        </a:spcBef>
        <a:spcAft>
          <a:spcPct val="0"/>
        </a:spcAft>
        <a:buFont typeface="Symbol"/>
        <a:buChar char="-"/>
        <a:defRPr sz="14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slideMaster5.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6" name="Rechteck 5">
            <a:extLst xmlns:a="http://schemas.openxmlformats.org/drawingml/2006/main">
              <a:ext uri="{FF2B5EF4-FFF2-40B4-BE49-F238E27FC236}">
                <a16:creationId xmlns:a16="http://schemas.microsoft.com/office/drawing/2014/main" id="{4A81F55A-9710-4DBE-B0C5-B1864B024E8F}"/>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91440" tIns="45720" rIns="91440" bIns="45720" anchor="t">
            <a:noAutofit/>
          </a:bodyPr>
          <a:lstStyle xmlns:a="http://schemas.openxmlformats.org/drawingml/2006/main"/>
          <a:p xmlns:a="http://schemas.openxmlformats.org/drawingml/2006/main">
            <a:pPr algn="ctr">
              <a:lnSpc>
                <a:spcPct val="114000"/>
              </a:lnSpc>
              <a:buNone/>
            </a:pPr>
            <a:endParaRPr/>
          </a:p>
        </p:txBody>
      </p:sp>
      <p:pic>
        <p:nvPicPr>
          <p:cNvPr id="11" name="Bild 3"/>
          <p:cNvPicPr>
            <a:picLocks xmlns:a="http://schemas.openxmlformats.org/drawingml/2006/main" noChangeAspect="1"/>
          </p:cNvPicPr>
          <p:nvPr/>
        </p:nvPicPr>
        <p:blipFill>
          <a:blip xmlns:r="http://schemas.openxmlformats.org/officeDocument/2006/relationships" xmlns:a="http://schemas.openxmlformats.org/drawingml/2006/main" r:embed="R7ac4af2e43694428"/>
          <a:stretch xmlns:a="http://schemas.openxmlformats.org/drawingml/2006/main">
            <a:fillRect l="0" t="0" r="0" b="0"/>
          </a:stretch>
        </p:blipFill>
        <p:spPr>
          <a:xfrm xmlns:a="http://schemas.openxmlformats.org/drawingml/2006/main">
            <a:off x="8218800" y="324000"/>
            <a:ext cx="599513" cy="320288"/>
          </a:xfrm>
          <a:prstGeom xmlns:a="http://schemas.openxmlformats.org/drawingml/2006/main" prst="rect">
            <a:avLst/>
          </a:prstGeom>
        </p:spPr>
      </p:pic>
      <p:sp>
        <p:nvSpPr>
          <p:cNvPr id="7" name="Foliennummernplatzhalter 4">
            <a:extLst xmlns:a="http://schemas.openxmlformats.org/drawingml/2006/main">
              <a:ext uri="{FF2B5EF4-FFF2-40B4-BE49-F238E27FC236}">
                <a16:creationId xmlns:a16="http://schemas.microsoft.com/office/drawing/2014/main" id="{7319E353-E5EB-40D8-9845-464453887391}"/>
              </a:ext>
            </a:extLst>
          </p:cNvPr>
          <p:cNvSpPr>
            <a:spLocks xmlns:a="http://schemas.openxmlformats.org/drawingml/2006/main" noGrp="1"/>
          </p:cNvSpPr>
          <p:nvPr>
            <p:ph type="sldNum" idx="4"/>
          </p:nvPr>
        </p:nvSpPr>
        <p:spPr>
          <a:xfrm xmlns:a="http://schemas.openxmlformats.org/drawingml/2006/main">
            <a:off x="6774934" y="4854985"/>
            <a:ext cx="2052000" cy="273844"/>
          </a:xfrm>
          <a:prstGeom xmlns:a="http://schemas.openxmlformats.org/drawingml/2006/main" prst="rect">
            <a:avLst/>
          </a:prstGeom>
        </p:spPr>
        <p:txBody>
          <a:bodyPr xmlns:a="http://schemas.openxmlformats.org/drawingml/2006/main" vert="horz" lIns="0" tIns="45720" rIns="0" bIns="45720" anchor="ctr"/>
          <a:lstStyle xmlns:a="http://schemas.openxmlformats.org/drawingml/2006/main">
            <a:lvl1pPr algn="r">
              <a:buNone/>
              <a:defRPr sz="1100">
                <a:solidFill>
                  <a:schemeClr val="bg1"/>
                </a:solidFill>
              </a:defRPr>
            </a:lvl1pPr>
          </a:lstStyle>
          <a:p xmlns:a="http://schemas.openxmlformats.org/drawingml/2006/main">
            <a:fld id="{CE58CB1E-F828-4F11-99E0-327109AF9DA4}" type="slidenum">
              <a:t>‹#›</a:t>
            </a:fld>
            <a:endParaRPr/>
          </a:p>
        </p:txBody>
      </p:sp>
      <p:sp>
        <p:nvSpPr>
          <p:cNvPr id="8" name="Fußzeilenplatzhalter 3">
            <a:extLst xmlns:a="http://schemas.openxmlformats.org/drawingml/2006/main">
              <a:ext uri="{FF2B5EF4-FFF2-40B4-BE49-F238E27FC236}">
                <a16:creationId xmlns:a16="http://schemas.microsoft.com/office/drawing/2014/main" id="{F23DA133-F80E-4975-B891-BAAC2D71293B}"/>
              </a:ext>
            </a:extLst>
          </p:cNvPr>
          <p:cNvSpPr>
            <a:spLocks xmlns:a="http://schemas.openxmlformats.org/drawingml/2006/main" noGrp="1"/>
          </p:cNvSpPr>
          <p:nvPr>
            <p:ph type="ftr" idx="3"/>
          </p:nvPr>
        </p:nvSpPr>
        <p:spPr>
          <a:xfrm xmlns:a="http://schemas.openxmlformats.org/drawingml/2006/main">
            <a:off x="311162" y="4854985"/>
            <a:ext cx="6464280" cy="273844"/>
          </a:xfrm>
          <a:prstGeom xmlns:a="http://schemas.openxmlformats.org/drawingml/2006/main" prst="rect">
            <a:avLst/>
          </a:prstGeom>
        </p:spPr>
        <p:txBody>
          <a:bodyPr xmlns:a="http://schemas.openxmlformats.org/drawingml/2006/main" vert="horz" lIns="0" tIns="45720" rIns="0" bIns="45720" anchor="ctr"/>
          <a:lstStyle xmlns:a="http://schemas.openxmlformats.org/drawingml/2006/main">
            <a:lvl1pPr algn="l">
              <a:buNone/>
              <a:defRPr sz="1100">
                <a:solidFill>
                  <a:schemeClr val="bg1"/>
                </a:solidFill>
              </a:defRPr>
            </a:lvl1pPr>
          </a:lstStyle>
          <a:p xmlns:a="http://schemas.openxmlformats.org/drawingml/2006/main">
            <a:r>
              <a:t>Dr. rer. nat. Erika Mustermann (TUM) | kann beliebig erweitert werden | Infos mit Strich trennen</a:t>
            </a:r>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64" r:id="Rd43b7c2aaf3248dc"/>
  </p:sldLayoutIdLst>
  <p:hf hdr="0" dt="0"/>
  <p:txStyles>
    <p:titleStyle>
      <a:lvl1pPr xmlns:a="http://schemas.openxmlformats.org/drawingml/2006/main" algn="l">
        <a:lnSpc>
          <a:spcPct val="125000"/>
        </a:lnSpc>
        <a:spcBef>
          <a:spcPct val="0"/>
        </a:spcBef>
        <a:spcAft>
          <a:spcPct val="0"/>
        </a:spcAft>
        <a:buNone/>
        <a:defRPr sz="2200" b="0" kern="1200">
          <a:solidFill>
            <a:schemeClr val="tx1"/>
          </a:solidFill>
          <a:latin typeface="+mj-lt"/>
          <a:ea typeface="+mj-lt"/>
          <a:cs typeface="+mj-lt"/>
        </a:defRPr>
      </a:lvl1pPr>
      <a:lvl2pPr xmlns:a="http://schemas.openxmlformats.org/drawingml/2006/main" algn="l">
        <a:spcBef>
          <a:spcPct val="0"/>
        </a:spcBef>
        <a:spcAft>
          <a:spcPct val="0"/>
        </a:spcAft>
        <a:buNone/>
        <a:defRPr sz="2000" b="1">
          <a:solidFill>
            <a:schemeClr val="tx2"/>
          </a:solidFill>
          <a:latin typeface="Arial"/>
          <a:ea typeface="Arial"/>
          <a:cs typeface="Arial"/>
        </a:defRPr>
      </a:lvl2pPr>
      <a:lvl3pPr xmlns:a="http://schemas.openxmlformats.org/drawingml/2006/main" algn="l">
        <a:spcBef>
          <a:spcPct val="0"/>
        </a:spcBef>
        <a:spcAft>
          <a:spcPct val="0"/>
        </a:spcAft>
        <a:buNone/>
        <a:defRPr sz="2000" b="1">
          <a:solidFill>
            <a:schemeClr val="tx2"/>
          </a:solidFill>
          <a:latin typeface="Arial"/>
          <a:ea typeface="Arial"/>
          <a:cs typeface="Arial"/>
        </a:defRPr>
      </a:lvl3pPr>
      <a:lvl4pPr xmlns:a="http://schemas.openxmlformats.org/drawingml/2006/main" algn="l">
        <a:spcBef>
          <a:spcPct val="0"/>
        </a:spcBef>
        <a:spcAft>
          <a:spcPct val="0"/>
        </a:spcAft>
        <a:buNone/>
        <a:defRPr sz="2000" b="1">
          <a:solidFill>
            <a:schemeClr val="tx2"/>
          </a:solidFill>
          <a:latin typeface="Arial"/>
          <a:ea typeface="Arial"/>
          <a:cs typeface="Arial"/>
        </a:defRPr>
      </a:lvl4pPr>
      <a:lvl5pPr xmlns:a="http://schemas.openxmlformats.org/drawingml/2006/main" algn="l">
        <a:spcBef>
          <a:spcPct val="0"/>
        </a:spcBef>
        <a:spcAft>
          <a:spcPct val="0"/>
        </a:spcAft>
        <a:buNone/>
        <a:defRPr sz="2000" b="1">
          <a:solidFill>
            <a:schemeClr val="tx2"/>
          </a:solidFill>
          <a:latin typeface="Arial"/>
          <a:ea typeface="Arial"/>
          <a:cs typeface="Arial"/>
        </a:defRPr>
      </a:lvl5pPr>
      <a:lvl6pPr xmlns:a="http://schemas.openxmlformats.org/drawingml/2006/main" marL="457200" algn="l">
        <a:spcBef>
          <a:spcPct val="0"/>
        </a:spcBef>
        <a:spcAft>
          <a:spcPct val="0"/>
        </a:spcAft>
        <a:buNone/>
        <a:defRPr sz="2000" b="1">
          <a:solidFill>
            <a:schemeClr val="tx2"/>
          </a:solidFill>
          <a:latin typeface="Arial"/>
          <a:ea typeface="Arial"/>
          <a:cs typeface="Arial"/>
        </a:defRPr>
      </a:lvl6pPr>
      <a:lvl7pPr xmlns:a="http://schemas.openxmlformats.org/drawingml/2006/main" marL="914400" algn="l">
        <a:spcBef>
          <a:spcPct val="0"/>
        </a:spcBef>
        <a:spcAft>
          <a:spcPct val="0"/>
        </a:spcAft>
        <a:buNone/>
        <a:defRPr sz="2000" b="1">
          <a:solidFill>
            <a:schemeClr val="tx2"/>
          </a:solidFill>
          <a:latin typeface="Arial"/>
          <a:ea typeface="Arial"/>
          <a:cs typeface="Arial"/>
        </a:defRPr>
      </a:lvl7pPr>
      <a:lvl8pPr xmlns:a="http://schemas.openxmlformats.org/drawingml/2006/main" marL="1371600" algn="l">
        <a:spcBef>
          <a:spcPct val="0"/>
        </a:spcBef>
        <a:spcAft>
          <a:spcPct val="0"/>
        </a:spcAft>
        <a:buNone/>
        <a:defRPr sz="2000" b="1">
          <a:solidFill>
            <a:schemeClr val="tx2"/>
          </a:solidFill>
          <a:latin typeface="Arial"/>
          <a:ea typeface="Arial"/>
          <a:cs typeface="Arial"/>
        </a:defRPr>
      </a:lvl8pPr>
      <a:lvl9pPr xmlns:a="http://schemas.openxmlformats.org/drawingml/2006/main" marL="1828800" algn="l">
        <a:spcBef>
          <a:spcPct val="0"/>
        </a:spcBef>
        <a:spcAft>
          <a:spcPct val="0"/>
        </a:spcAft>
        <a:buNone/>
        <a:defRPr sz="2000" b="1">
          <a:solidFill>
            <a:schemeClr val="tx2"/>
          </a:solidFill>
          <a:latin typeface="Arial"/>
          <a:ea typeface="Arial"/>
          <a:cs typeface="Arial"/>
        </a:defRPr>
      </a:lvl9pPr>
    </p:titleStyle>
    <p:bodyStyle>
      <a:lvl1pPr xmlns:a="http://schemas.openxmlformats.org/drawingml/2006/main" algn="l">
        <a:lnSpc>
          <a:spcPct val="100000"/>
        </a:lnSpc>
        <a:spcBef>
          <a:spcPct val="0"/>
        </a:spcBef>
        <a:spcAft>
          <a:spcPct val="0"/>
        </a:spcAft>
        <a:buNone/>
        <a:defRPr sz="1600" kern="1200">
          <a:solidFill>
            <a:schemeClr val="tx1"/>
          </a:solidFill>
          <a:latin typeface="+mn-lt"/>
          <a:ea typeface="+mn-lt"/>
          <a:cs typeface="+mn-lt"/>
        </a:defRPr>
      </a:lvl1pPr>
      <a:lvl2pPr xmlns:a="http://schemas.openxmlformats.org/drawingml/2006/main" marL="176213" indent="-176213" algn="l">
        <a:lnSpc>
          <a:spcPct val="100000"/>
        </a:lnSpc>
        <a:spcBef>
          <a:spcPct val="0"/>
        </a:spcBef>
        <a:spcAft>
          <a:spcPct val="0"/>
        </a:spcAft>
        <a:buFont typeface="Arial"/>
        <a:buChar char="•"/>
        <a:defRPr sz="1600" kern="1200">
          <a:solidFill>
            <a:schemeClr val="tx1"/>
          </a:solidFill>
          <a:latin typeface="+mn-lt"/>
          <a:ea typeface="+mn-lt"/>
          <a:cs typeface="+mn-lt"/>
        </a:defRPr>
      </a:lvl2pPr>
      <a:lvl3pPr xmlns:a="http://schemas.openxmlformats.org/drawingml/2006/main" marL="360363" indent="-184150" algn="l">
        <a:lnSpc>
          <a:spcPct val="125000"/>
        </a:lnSpc>
        <a:spcBef>
          <a:spcPct val="0"/>
        </a:spcBef>
        <a:spcAft>
          <a:spcPct val="0"/>
        </a:spcAft>
        <a:buFont typeface="Symbol"/>
        <a:buChar char="-"/>
        <a:defRPr sz="1400" kern="1200">
          <a:solidFill>
            <a:schemeClr val="tx1"/>
          </a:solidFill>
          <a:latin typeface="+mn-lt"/>
          <a:ea typeface="+mn-lt"/>
          <a:cs typeface="+mn-lt"/>
        </a:defRPr>
      </a:lvl3pPr>
      <a:lvl4pPr xmlns:a="http://schemas.openxmlformats.org/drawingml/2006/main" marL="538163" indent="-177800" algn="l">
        <a:lnSpc>
          <a:spcPct val="125000"/>
        </a:lnSpc>
        <a:spcBef>
          <a:spcPct val="0"/>
        </a:spcBef>
        <a:spcAft>
          <a:spcPct val="0"/>
        </a:spcAft>
        <a:buFont typeface="Symbol"/>
        <a:buChar char="-"/>
        <a:defRPr sz="1400" kern="1200">
          <a:solidFill>
            <a:schemeClr val="tx1"/>
          </a:solidFill>
          <a:latin typeface="+mn-lt"/>
          <a:ea typeface="+mn-lt"/>
          <a:cs typeface="+mn-lt"/>
        </a:defRPr>
      </a:lvl4pPr>
      <a:lvl5pPr xmlns:a="http://schemas.openxmlformats.org/drawingml/2006/main" marL="714375" indent="-176213" algn="l">
        <a:lnSpc>
          <a:spcPct val="125000"/>
        </a:lnSpc>
        <a:spcBef>
          <a:spcPct val="0"/>
        </a:spcBef>
        <a:spcAft>
          <a:spcPct val="0"/>
        </a:spcAft>
        <a:buFont typeface="Symbol"/>
        <a:buChar char="-"/>
        <a:defRPr sz="14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slideMaster6.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7" name="Rechteck 6">
            <a:extLst xmlns:a="http://schemas.openxmlformats.org/drawingml/2006/main">
              <a:ext uri="{FF2B5EF4-FFF2-40B4-BE49-F238E27FC236}">
                <a16:creationId xmlns:a16="http://schemas.microsoft.com/office/drawing/2014/main" id="{1E12BF8C-702E-41CB-9A0A-15B6D6B84968}"/>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chemeClr val="tx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91440" tIns="45720" rIns="91440" bIns="45720" anchor="t">
            <a:noAutofit/>
          </a:bodyPr>
          <a:lstStyle xmlns:a="http://schemas.openxmlformats.org/drawingml/2006/main"/>
          <a:p xmlns:a="http://schemas.openxmlformats.org/drawingml/2006/main">
            <a:pPr algn="ctr">
              <a:lnSpc>
                <a:spcPct val="114000"/>
              </a:lnSpc>
              <a:buNone/>
            </a:pPr>
            <a:endParaRPr>
              <a:solidFill>
                <a:schemeClr val="bg1"/>
              </a:solidFill>
            </a:endParaRPr>
          </a:p>
        </p:txBody>
      </p:sp>
      <p:pic>
        <p:nvPicPr>
          <p:cNvPr id="13" name="Bild 3"/>
          <p:cNvPicPr>
            <a:picLocks xmlns:a="http://schemas.openxmlformats.org/drawingml/2006/main" noChangeAspect="1"/>
          </p:cNvPicPr>
          <p:nvPr/>
        </p:nvPicPr>
        <p:blipFill>
          <a:blip xmlns:r="http://schemas.openxmlformats.org/officeDocument/2006/relationships" xmlns:a="http://schemas.openxmlformats.org/drawingml/2006/main" r:embed="R0208658ec8b349e0"/>
          <a:stretch xmlns:a="http://schemas.openxmlformats.org/drawingml/2006/main">
            <a:fillRect l="0" t="0" r="0" b="0"/>
          </a:stretch>
        </p:blipFill>
        <p:spPr>
          <a:xfrm xmlns:a="http://schemas.openxmlformats.org/drawingml/2006/main">
            <a:off x="8218800" y="324000"/>
            <a:ext cx="599513" cy="320288"/>
          </a:xfrm>
          <a:prstGeom xmlns:a="http://schemas.openxmlformats.org/drawingml/2006/main" prst="rect">
            <a:avLst/>
          </a:prstGeom>
        </p:spPr>
      </p:pic>
      <p:sp>
        <p:nvSpPr>
          <p:cNvPr id="9" name="Foliennummernplatzhalter 4">
            <a:extLst xmlns:a="http://schemas.openxmlformats.org/drawingml/2006/main">
              <a:ext uri="{FF2B5EF4-FFF2-40B4-BE49-F238E27FC236}">
                <a16:creationId xmlns:a16="http://schemas.microsoft.com/office/drawing/2014/main" id="{CCAB4273-D6B1-4F56-BD11-7F491B082810}"/>
              </a:ext>
            </a:extLst>
          </p:cNvPr>
          <p:cNvSpPr>
            <a:spLocks xmlns:a="http://schemas.openxmlformats.org/drawingml/2006/main" noGrp="1"/>
          </p:cNvSpPr>
          <p:nvPr>
            <p:ph type="sldNum" idx="4"/>
          </p:nvPr>
        </p:nvSpPr>
        <p:spPr>
          <a:xfrm xmlns:a="http://schemas.openxmlformats.org/drawingml/2006/main">
            <a:off x="6774934" y="4854985"/>
            <a:ext cx="2052000" cy="273844"/>
          </a:xfrm>
          <a:prstGeom xmlns:a="http://schemas.openxmlformats.org/drawingml/2006/main" prst="rect">
            <a:avLst/>
          </a:prstGeom>
        </p:spPr>
        <p:txBody>
          <a:bodyPr xmlns:a="http://schemas.openxmlformats.org/drawingml/2006/main" vert="horz" lIns="0" tIns="45720" rIns="0" bIns="45720" anchor="ctr"/>
          <a:lstStyle xmlns:a="http://schemas.openxmlformats.org/drawingml/2006/main">
            <a:lvl1pPr algn="r">
              <a:buNone/>
              <a:defRPr sz="1100">
                <a:solidFill>
                  <a:schemeClr val="bg1"/>
                </a:solidFill>
              </a:defRPr>
            </a:lvl1pPr>
          </a:lstStyle>
          <a:p xmlns:a="http://schemas.openxmlformats.org/drawingml/2006/main">
            <a:fld id="{CE58CB1E-F828-4F11-99E0-327109AF9DA4}" type="slidenum">
              <a:t>‹#›</a:t>
            </a:fld>
            <a:endParaRPr/>
          </a:p>
        </p:txBody>
      </p:sp>
      <p:sp>
        <p:nvSpPr>
          <p:cNvPr id="10" name="Fußzeilenplatzhalter 3">
            <a:extLst xmlns:a="http://schemas.openxmlformats.org/drawingml/2006/main">
              <a:ext uri="{FF2B5EF4-FFF2-40B4-BE49-F238E27FC236}">
                <a16:creationId xmlns:a16="http://schemas.microsoft.com/office/drawing/2014/main" id="{5FE464EF-6104-4705-9F9A-44C900AC9F8A}"/>
              </a:ext>
            </a:extLst>
          </p:cNvPr>
          <p:cNvSpPr>
            <a:spLocks xmlns:a="http://schemas.openxmlformats.org/drawingml/2006/main" noGrp="1"/>
          </p:cNvSpPr>
          <p:nvPr>
            <p:ph type="ftr" idx="3"/>
          </p:nvPr>
        </p:nvSpPr>
        <p:spPr>
          <a:xfrm xmlns:a="http://schemas.openxmlformats.org/drawingml/2006/main">
            <a:off x="311162" y="4854985"/>
            <a:ext cx="6464280" cy="273844"/>
          </a:xfrm>
          <a:prstGeom xmlns:a="http://schemas.openxmlformats.org/drawingml/2006/main" prst="rect">
            <a:avLst/>
          </a:prstGeom>
        </p:spPr>
        <p:txBody>
          <a:bodyPr xmlns:a="http://schemas.openxmlformats.org/drawingml/2006/main" vert="horz" lIns="0" tIns="45720" rIns="0" bIns="45720" anchor="ctr"/>
          <a:lstStyle xmlns:a="http://schemas.openxmlformats.org/drawingml/2006/main">
            <a:lvl1pPr algn="l">
              <a:buNone/>
              <a:defRPr sz="1100">
                <a:solidFill>
                  <a:schemeClr val="bg1"/>
                </a:solidFill>
              </a:defRPr>
            </a:lvl1pPr>
          </a:lstStyle>
          <a:p xmlns:a="http://schemas.openxmlformats.org/drawingml/2006/main">
            <a:r>
              <a:t>Dr. rer. nat. Erika Mustermann (TUM) | kann beliebig erweitert werden | Infos mit Strich trennen</a:t>
            </a:r>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66" r:id="R92d8353b6ec04fbd"/>
  </p:sldLayoutIdLst>
  <p:hf hdr="0" dt="0"/>
  <p:txStyles>
    <p:titleStyle>
      <a:lvl1pPr xmlns:a="http://schemas.openxmlformats.org/drawingml/2006/main" algn="l">
        <a:lnSpc>
          <a:spcPct val="125000"/>
        </a:lnSpc>
        <a:spcBef>
          <a:spcPct val="0"/>
        </a:spcBef>
        <a:spcAft>
          <a:spcPct val="0"/>
        </a:spcAft>
        <a:buNone/>
        <a:defRPr sz="2200" b="0" kern="1200">
          <a:solidFill>
            <a:schemeClr val="tx1"/>
          </a:solidFill>
          <a:latin typeface="+mj-lt"/>
          <a:ea typeface="+mj-lt"/>
          <a:cs typeface="+mj-lt"/>
        </a:defRPr>
      </a:lvl1pPr>
      <a:lvl2pPr xmlns:a="http://schemas.openxmlformats.org/drawingml/2006/main" algn="l">
        <a:spcBef>
          <a:spcPct val="0"/>
        </a:spcBef>
        <a:spcAft>
          <a:spcPct val="0"/>
        </a:spcAft>
        <a:buNone/>
        <a:defRPr sz="2000" b="1">
          <a:solidFill>
            <a:schemeClr val="tx2"/>
          </a:solidFill>
          <a:latin typeface="Arial"/>
          <a:ea typeface="Arial"/>
          <a:cs typeface="Arial"/>
        </a:defRPr>
      </a:lvl2pPr>
      <a:lvl3pPr xmlns:a="http://schemas.openxmlformats.org/drawingml/2006/main" algn="l">
        <a:spcBef>
          <a:spcPct val="0"/>
        </a:spcBef>
        <a:spcAft>
          <a:spcPct val="0"/>
        </a:spcAft>
        <a:buNone/>
        <a:defRPr sz="2000" b="1">
          <a:solidFill>
            <a:schemeClr val="tx2"/>
          </a:solidFill>
          <a:latin typeface="Arial"/>
          <a:ea typeface="Arial"/>
          <a:cs typeface="Arial"/>
        </a:defRPr>
      </a:lvl3pPr>
      <a:lvl4pPr xmlns:a="http://schemas.openxmlformats.org/drawingml/2006/main" algn="l">
        <a:spcBef>
          <a:spcPct val="0"/>
        </a:spcBef>
        <a:spcAft>
          <a:spcPct val="0"/>
        </a:spcAft>
        <a:buNone/>
        <a:defRPr sz="2000" b="1">
          <a:solidFill>
            <a:schemeClr val="tx2"/>
          </a:solidFill>
          <a:latin typeface="Arial"/>
          <a:ea typeface="Arial"/>
          <a:cs typeface="Arial"/>
        </a:defRPr>
      </a:lvl4pPr>
      <a:lvl5pPr xmlns:a="http://schemas.openxmlformats.org/drawingml/2006/main" algn="l">
        <a:spcBef>
          <a:spcPct val="0"/>
        </a:spcBef>
        <a:spcAft>
          <a:spcPct val="0"/>
        </a:spcAft>
        <a:buNone/>
        <a:defRPr sz="2000" b="1">
          <a:solidFill>
            <a:schemeClr val="tx2"/>
          </a:solidFill>
          <a:latin typeface="Arial"/>
          <a:ea typeface="Arial"/>
          <a:cs typeface="Arial"/>
        </a:defRPr>
      </a:lvl5pPr>
      <a:lvl6pPr xmlns:a="http://schemas.openxmlformats.org/drawingml/2006/main" marL="457200" algn="l">
        <a:spcBef>
          <a:spcPct val="0"/>
        </a:spcBef>
        <a:spcAft>
          <a:spcPct val="0"/>
        </a:spcAft>
        <a:buNone/>
        <a:defRPr sz="2000" b="1">
          <a:solidFill>
            <a:schemeClr val="tx2"/>
          </a:solidFill>
          <a:latin typeface="Arial"/>
          <a:ea typeface="Arial"/>
          <a:cs typeface="Arial"/>
        </a:defRPr>
      </a:lvl6pPr>
      <a:lvl7pPr xmlns:a="http://schemas.openxmlformats.org/drawingml/2006/main" marL="914400" algn="l">
        <a:spcBef>
          <a:spcPct val="0"/>
        </a:spcBef>
        <a:spcAft>
          <a:spcPct val="0"/>
        </a:spcAft>
        <a:buNone/>
        <a:defRPr sz="2000" b="1">
          <a:solidFill>
            <a:schemeClr val="tx2"/>
          </a:solidFill>
          <a:latin typeface="Arial"/>
          <a:ea typeface="Arial"/>
          <a:cs typeface="Arial"/>
        </a:defRPr>
      </a:lvl7pPr>
      <a:lvl8pPr xmlns:a="http://schemas.openxmlformats.org/drawingml/2006/main" marL="1371600" algn="l">
        <a:spcBef>
          <a:spcPct val="0"/>
        </a:spcBef>
        <a:spcAft>
          <a:spcPct val="0"/>
        </a:spcAft>
        <a:buNone/>
        <a:defRPr sz="2000" b="1">
          <a:solidFill>
            <a:schemeClr val="tx2"/>
          </a:solidFill>
          <a:latin typeface="Arial"/>
          <a:ea typeface="Arial"/>
          <a:cs typeface="Arial"/>
        </a:defRPr>
      </a:lvl8pPr>
      <a:lvl9pPr xmlns:a="http://schemas.openxmlformats.org/drawingml/2006/main" marL="1828800" algn="l">
        <a:spcBef>
          <a:spcPct val="0"/>
        </a:spcBef>
        <a:spcAft>
          <a:spcPct val="0"/>
        </a:spcAft>
        <a:buNone/>
        <a:defRPr sz="2000" b="1">
          <a:solidFill>
            <a:schemeClr val="tx2"/>
          </a:solidFill>
          <a:latin typeface="Arial"/>
          <a:ea typeface="Arial"/>
          <a:cs typeface="Arial"/>
        </a:defRPr>
      </a:lvl9pPr>
    </p:titleStyle>
    <p:bodyStyle>
      <a:lvl1pPr xmlns:a="http://schemas.openxmlformats.org/drawingml/2006/main" algn="l">
        <a:lnSpc>
          <a:spcPct val="100000"/>
        </a:lnSpc>
        <a:spcBef>
          <a:spcPct val="0"/>
        </a:spcBef>
        <a:spcAft>
          <a:spcPct val="0"/>
        </a:spcAft>
        <a:buNone/>
        <a:defRPr sz="1600" kern="1200">
          <a:solidFill>
            <a:schemeClr val="tx1"/>
          </a:solidFill>
          <a:latin typeface="+mn-lt"/>
          <a:ea typeface="+mn-lt"/>
          <a:cs typeface="+mn-lt"/>
        </a:defRPr>
      </a:lvl1pPr>
      <a:lvl2pPr xmlns:a="http://schemas.openxmlformats.org/drawingml/2006/main" marL="176213" indent="-176213" algn="l">
        <a:lnSpc>
          <a:spcPct val="100000"/>
        </a:lnSpc>
        <a:spcBef>
          <a:spcPct val="0"/>
        </a:spcBef>
        <a:spcAft>
          <a:spcPct val="0"/>
        </a:spcAft>
        <a:buFont typeface="Arial"/>
        <a:buChar char="•"/>
        <a:defRPr sz="1600" kern="1200">
          <a:solidFill>
            <a:schemeClr val="tx1"/>
          </a:solidFill>
          <a:latin typeface="+mn-lt"/>
          <a:ea typeface="+mn-lt"/>
          <a:cs typeface="+mn-lt"/>
        </a:defRPr>
      </a:lvl2pPr>
      <a:lvl3pPr xmlns:a="http://schemas.openxmlformats.org/drawingml/2006/main" marL="360363" indent="-184150" algn="l">
        <a:lnSpc>
          <a:spcPct val="125000"/>
        </a:lnSpc>
        <a:spcBef>
          <a:spcPct val="0"/>
        </a:spcBef>
        <a:spcAft>
          <a:spcPct val="0"/>
        </a:spcAft>
        <a:buFont typeface="Symbol"/>
        <a:buChar char="-"/>
        <a:defRPr sz="1400" kern="1200">
          <a:solidFill>
            <a:schemeClr val="tx1"/>
          </a:solidFill>
          <a:latin typeface="+mn-lt"/>
          <a:ea typeface="+mn-lt"/>
          <a:cs typeface="+mn-lt"/>
        </a:defRPr>
      </a:lvl3pPr>
      <a:lvl4pPr xmlns:a="http://schemas.openxmlformats.org/drawingml/2006/main" marL="538163" indent="-177800" algn="l">
        <a:lnSpc>
          <a:spcPct val="125000"/>
        </a:lnSpc>
        <a:spcBef>
          <a:spcPct val="0"/>
        </a:spcBef>
        <a:spcAft>
          <a:spcPct val="0"/>
        </a:spcAft>
        <a:buFont typeface="Symbol"/>
        <a:buChar char="-"/>
        <a:defRPr sz="1400" kern="1200">
          <a:solidFill>
            <a:schemeClr val="tx1"/>
          </a:solidFill>
          <a:latin typeface="+mn-lt"/>
          <a:ea typeface="+mn-lt"/>
          <a:cs typeface="+mn-lt"/>
        </a:defRPr>
      </a:lvl4pPr>
      <a:lvl5pPr xmlns:a="http://schemas.openxmlformats.org/drawingml/2006/main" marL="714375" indent="-176213" algn="l">
        <a:lnSpc>
          <a:spcPct val="125000"/>
        </a:lnSpc>
        <a:spcBef>
          <a:spcPct val="0"/>
        </a:spcBef>
        <a:spcAft>
          <a:spcPct val="0"/>
        </a:spcAft>
        <a:buFont typeface="Symbol"/>
        <a:buChar char="-"/>
        <a:defRPr sz="14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Titel 1">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TUM">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3.xml><?xml version="1.0" encoding="utf-8"?>
<a:theme xmlns:a="http://schemas.openxmlformats.org/drawingml/2006/main" name="Titel 2">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TUM">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4.xml><?xml version="1.0" encoding="utf-8"?>
<a:theme xmlns:a="http://schemas.openxmlformats.org/drawingml/2006/main" name="Titel 3">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TUM">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5.xml><?xml version="1.0" encoding="utf-8"?>
<a:theme xmlns:a="http://schemas.openxmlformats.org/drawingml/2006/main" name="Inhalt">
  <a:themeElements>
    <a:clrScheme name="TUM">
      <a:dk1>
        <a:sysClr val="windowText" lastClr="000000"/>
      </a:dk1>
      <a:lt1>
        <a:sysClr val="window" lastClr="FFFFFF"/>
      </a:lt1>
      <a:dk2>
        <a:srgbClr val="003359"/>
      </a:dk2>
      <a:lt2>
        <a:srgbClr val="0065BD"/>
      </a:lt2>
      <a:accent1>
        <a:srgbClr val="005293"/>
      </a:accent1>
      <a:accent2>
        <a:srgbClr val="64A0C8"/>
      </a:accent2>
      <a:accent3>
        <a:srgbClr val="98C6EA"/>
      </a:accent3>
      <a:accent4>
        <a:srgbClr val="A2AD00"/>
      </a:accent4>
      <a:accent5>
        <a:srgbClr val="E37222"/>
      </a:accent5>
      <a:accent6>
        <a:srgbClr val="DAD7CB"/>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TUM">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6.xml><?xml version="1.0" encoding="utf-8"?>
<a:theme xmlns:a="http://schemas.openxmlformats.org/drawingml/2006/main" name="Kapiteltrenner blau">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TUM">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7.xml><?xml version="1.0" encoding="utf-8"?>
<a:theme xmlns:a="http://schemas.openxmlformats.org/drawingml/2006/main" name="Kapiteltrenner schwarz">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TUM">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eca7824705a45e3" /><Relationship Type="http://schemas.openxmlformats.org/officeDocument/2006/relationships/image" Target="/ppt/media/image.png" Id="R42dceab15ac14bf5" /><Relationship Type="http://schemas.openxmlformats.org/officeDocument/2006/relationships/notesSlide" Target="/ppt/notesSlides/notesSlide1.xml" Id="R326a11c3e2a64240" /></Relationships>
</file>

<file path=ppt/slides/_rels/slide2.xml.rels>&#65279;<?xml version="1.0" encoding="utf-8"?><Relationships xmlns="http://schemas.openxmlformats.org/package/2006/relationships"><Relationship Type="http://schemas.openxmlformats.org/officeDocument/2006/relationships/slideLayout" Target="/ppt/slideLayouts/slideLayout5.xml" Id="Rc7a8f1e9887540ef" /><Relationship Type="http://schemas.openxmlformats.org/officeDocument/2006/relationships/notesSlide" Target="/ppt/notesSlides/notesSlide2.xml" Id="R5cde39e2a8fc4152" /></Relationships>
</file>

<file path=ppt/slides/_rels/slide3.xml.rels>&#65279;<?xml version="1.0" encoding="utf-8"?><Relationships xmlns="http://schemas.openxmlformats.org/package/2006/relationships"><Relationship Type="http://schemas.openxmlformats.org/officeDocument/2006/relationships/slideLayout" Target="/ppt/slideLayouts/slideLayout5.xml" Id="R407db1a4cac14c20" /><Relationship Type="http://schemas.openxmlformats.org/officeDocument/2006/relationships/notesSlide" Target="/ppt/notesSlides/notesSlide3.xml" Id="R64e399087d254723" /></Relationships>
</file>

<file path=ppt/slides/_rels/slide4.xml.rels>&#65279;<?xml version="1.0" encoding="utf-8"?><Relationships xmlns="http://schemas.openxmlformats.org/package/2006/relationships"><Relationship Type="http://schemas.openxmlformats.org/officeDocument/2006/relationships/slideLayout" Target="/ppt/slideLayouts/slideLayout5.xml" Id="R29d06fb782f44210" /><Relationship Type="http://schemas.openxmlformats.org/officeDocument/2006/relationships/image" Target="/ppt/media/image2.png" Id="Reb88c83604204c4b" /><Relationship Type="http://schemas.openxmlformats.org/officeDocument/2006/relationships/notesSlide" Target="/ppt/notesSlides/notesSlide4.xml" Id="R0ba5c0865fc748f4" /></Relationships>
</file>

<file path=ppt/slides/_rels/slide5.xml.rels>&#65279;<?xml version="1.0" encoding="utf-8"?><Relationships xmlns="http://schemas.openxmlformats.org/package/2006/relationships"><Relationship Type="http://schemas.openxmlformats.org/officeDocument/2006/relationships/slideLayout" Target="/ppt/slideLayouts/slideLayout5.xml" Id="R2cd3da8a10ee4a61" /><Relationship Type="http://schemas.openxmlformats.org/officeDocument/2006/relationships/image" Target="/ppt/media/image3.png" Id="Rdffee8543f574fdc" /><Relationship Type="http://schemas.openxmlformats.org/officeDocument/2006/relationships/notesSlide" Target="/ppt/notesSlides/notesSlide5.xml" Id="R99cb451f09434fdb" /></Relationships>
</file>

<file path=ppt/slides/_rels/slide6.xml.rels>&#65279;<?xml version="1.0" encoding="utf-8"?><Relationships xmlns="http://schemas.openxmlformats.org/package/2006/relationships"><Relationship Type="http://schemas.openxmlformats.org/officeDocument/2006/relationships/slideLayout" Target="/ppt/slideLayouts/slideLayout5.xml" Id="R94fc72b85917450c" /><Relationship Type="http://schemas.openxmlformats.org/officeDocument/2006/relationships/image" Target="/ppt/media/image4.png" Id="R79a933809cd14b7d" /><Relationship Type="http://schemas.openxmlformats.org/officeDocument/2006/relationships/notesSlide" Target="/ppt/notesSlides/notesSlide6.xml" Id="R43e3dc7ac2aa4d05" /></Relationships>
</file>

<file path=ppt/slides/_rels/slide7.xml.rels>&#65279;<?xml version="1.0" encoding="utf-8"?><Relationships xmlns="http://schemas.openxmlformats.org/package/2006/relationships"><Relationship Type="http://schemas.openxmlformats.org/officeDocument/2006/relationships/slideLayout" Target="/ppt/slideLayouts/slideLayout5.xml" Id="R3df836fd2db24598" /><Relationship Type="http://schemas.openxmlformats.org/officeDocument/2006/relationships/notesSlide" Target="/ppt/notesSlides/notesSlide7.xml" Id="R1d7d346336094765" /></Relationships>
</file>

<file path=ppt/slides/_rels/slide8.xml.rels>&#65279;<?xml version="1.0" encoding="utf-8"?><Relationships xmlns="http://schemas.openxmlformats.org/package/2006/relationships"><Relationship Type="http://schemas.openxmlformats.org/officeDocument/2006/relationships/slideLayout" Target="/ppt/slideLayouts/slideLayout5.xml" Id="R540d713a1d9945be" /><Relationship Type="http://schemas.openxmlformats.org/officeDocument/2006/relationships/image" Target="/ppt/media/image5.png" Id="R71094b71d8ae4950" /><Relationship Type="http://schemas.openxmlformats.org/officeDocument/2006/relationships/notesSlide" Target="/ppt/notesSlides/notesSlide8.xml" Id="Rf6199c99df844c8e" /></Relationships>
</file>

<file path=ppt/slides/_rels/slide9.xml.rels>&#65279;<?xml version="1.0" encoding="utf-8"?><Relationships xmlns="http://schemas.openxmlformats.org/package/2006/relationships"><Relationship Type="http://schemas.openxmlformats.org/officeDocument/2006/relationships/slideLayout" Target="/ppt/slideLayouts/slideLayout5.xml" Id="Redd14be11dd24a0e" /><Relationship Type="http://schemas.openxmlformats.org/officeDocument/2006/relationships/notesSlide" Target="/ppt/notesSlides/notesSlide9.xml" Id="Rdd856806e6e748c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5.xml" Id="R3d8e3617ddf44375" /><Relationship Type="http://schemas.openxmlformats.org/officeDocument/2006/relationships/notesSlide" Target="/ppt/notesSlides/notesSlide10.xml" Id="R8cce5f21f9454a6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5.xml" Id="R606423cbd7544127" /><Relationship Type="http://schemas.openxmlformats.org/officeDocument/2006/relationships/image" Target="/ppt/media/image6.png" Id="R98bab8ba683c4267" /><Relationship Type="http://schemas.openxmlformats.org/officeDocument/2006/relationships/image" Target="/ppt/media/image7.png" Id="Rd87143374df9454c" /><Relationship Type="http://schemas.openxmlformats.org/officeDocument/2006/relationships/image" Target="/ppt/media/image8.png" Id="R9c6c876563c34a8a" /><Relationship Type="http://schemas.openxmlformats.org/officeDocument/2006/relationships/notesSlide" Target="/ppt/notesSlides/notesSlide11.xml" Id="Rf1e4d77a993b490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5.xml" Id="Rc2e8a24bc04a41ea" /><Relationship Type="http://schemas.openxmlformats.org/officeDocument/2006/relationships/image" Target="/ppt/media/image9.png" Id="R07c276d8ceb344c5" /><Relationship Type="http://schemas.openxmlformats.org/officeDocument/2006/relationships/notesSlide" Target="/ppt/notesSlides/notesSlide12.xml" Id="Rc03b32fecf74446c" /></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5.xml" Id="R8d44d3f646c34547"/><Relationship Type="http://schemas.openxmlformats.org/officeDocument/2006/relationships/image" Target="/ppt/media/image10.png" Id="Ra8990f2fd93b47e2"/><Relationship Type="http://schemas.openxmlformats.org/officeDocument/2006/relationships/notesSlide" Target="/ppt/notesSlides/notesSlide13.xml" Id="Ree4869bd27234a33"/><Relationship Id="rIdCombinedVideo" Type="http://schemas.openxmlformats.org/officeDocument/2006/relationships/video" Target="../media/AILamp_Combined_Demo.mp4"/><Relationship Id="rIdCombinedMedia" Type="http://schemas.microsoft.com/office/2007/relationships/media" Target="../media/AILamp_Combined_Demo.mp4"/></Relationships>
</file>

<file path=ppt/slides/_rels/slide14.xml.rels>&#65279;<?xml version="1.0" encoding="utf-8"?><Relationships xmlns="http://schemas.openxmlformats.org/package/2006/relationships"><Relationship Type="http://schemas.openxmlformats.org/officeDocument/2006/relationships/slideLayout" Target="/ppt/slideLayouts/slideLayout5.xml" Id="R608c3c65aec14194" /><Relationship Type="http://schemas.openxmlformats.org/officeDocument/2006/relationships/notesSlide" Target="/ppt/notesSlides/notesSlide14.xml" Id="R4a776d5a069a442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7.xml" Id="Rc1065d4b42a3490e" /><Relationship Type="http://schemas.openxmlformats.org/officeDocument/2006/relationships/notesSlide" Target="/ppt/notesSlides/notesSlide15.xml" Id="Rf443ed1c8cea4da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5.xml" Id="R64c6722d76b24e99" /><Relationship Type="http://schemas.openxmlformats.org/officeDocument/2006/relationships/notesSlide" Target="/ppt/notesSlides/notesSlide16.xml" Id="R2b138b3322e941d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5.xml" Id="Rc4cca913ebfe4769" /><Relationship Type="http://schemas.openxmlformats.org/officeDocument/2006/relationships/notesSlide" Target="/ppt/notesSlides/notesSlide17.xml" Id="Rd8d3f4ba1d4c4ab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5.xml" Id="Reca92c284d734102" /><Relationship Type="http://schemas.openxmlformats.org/officeDocument/2006/relationships/notesSlide" Target="/ppt/notesSlides/notesSlide18.xml" Id="Rc3d467a7b70946a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5.xml" Id="R54219ba4304042bf" /><Relationship Type="http://schemas.openxmlformats.org/officeDocument/2006/relationships/notesSlide" Target="/ppt/notesSlides/notesSlide19.xml" Id="R13b39343b6194e9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5.xml" Id="Ra95c7108eb0b475b" /><Relationship Type="http://schemas.openxmlformats.org/officeDocument/2006/relationships/notesSlide" Target="/ppt/notesSlides/notesSlide20.xml" Id="R79512ed80a8743e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5.xml" Id="Rd3823208be434d14" /><Relationship Type="http://schemas.openxmlformats.org/officeDocument/2006/relationships/notesSlide" Target="/ppt/notesSlides/notesSlide21.xml" Id="Rbbbd9d85bf644a5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5.xml" Id="Re2cd92c92c754767" /><Relationship Type="http://schemas.openxmlformats.org/officeDocument/2006/relationships/image" Target="/ppt/media/image11.png" Id="Rbd5f61fe7322460e" /><Relationship Type="http://schemas.openxmlformats.org/officeDocument/2006/relationships/notesSlide" Target="/ppt/notesSlides/notesSlide22.xml" Id="Rb01b29698bfd4a6a"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8" name="Picture 1"/>
          <p:cNvPicPr>
            <a:picLocks xmlns:a="http://schemas.openxmlformats.org/drawingml/2006/main" noChangeAspect="1"/>
          </p:cNvPicPr>
          <p:nvPr/>
        </p:nvPicPr>
        <p:blipFill>
          <a:blip xmlns:r="http://schemas.openxmlformats.org/officeDocument/2006/relationships" xmlns:a="http://schemas.openxmlformats.org/drawingml/2006/main" r:embed="R42dceab15ac14bf5"/>
          <a:stretch xmlns:a="http://schemas.openxmlformats.org/drawingml/2006/main">
            <a:fillRect l="0" t="0" r="0" b="0"/>
          </a:stretch>
        </p:blipFill>
        <p:spPr>
          <a:xfrm xmlns:a="http://schemas.openxmlformats.org/drawingml/2006/main">
            <a:off x="2857500" y="866775"/>
            <a:ext cx="6286500" cy="3829050"/>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E2E0CD11-0804-49DA-8FA9-B355D72C098D}"/>
              </a:ext>
            </a:extLst>
          </p:cNvPr>
          <p:cNvSpPr>
            <a:spLocks xmlns:a="http://schemas.openxmlformats.org/drawingml/2006/main" noGrp="1"/>
          </p:cNvSpPr>
          <p:nvPr/>
        </p:nvSpPr>
        <p:spPr>
          <a:xfrm xmlns:a="http://schemas.openxmlformats.org/drawingml/2006/main">
            <a:off x="548640" y="1371600"/>
            <a:ext cx="411480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r>
              <a:rPr sz="4600" b="1" i="0">
                <a:solidFill>
                  <a:srgbClr val="1A1A1A"/>
                </a:solidFill>
                <a:latin typeface="Arial"/>
                <a:ea typeface="Arial"/>
                <a:cs typeface="Arial"/>
              </a:rPr>
              <a:t>AILamp</a:t>
            </a:r>
          </a:p>
        </p:txBody>
      </p:sp>
      <p:sp>
        <p:nvSpPr>
          <p:cNvPr id="5" name="TextBox 4">
            <a:extLst xmlns:a="http://schemas.openxmlformats.org/drawingml/2006/main">
              <a:ext uri="{FF2B5EF4-FFF2-40B4-BE49-F238E27FC236}">
                <a16:creationId xmlns:a16="http://schemas.microsoft.com/office/drawing/2014/main" id="{11E0C28C-EC18-427A-8583-07DB712899D6}"/>
              </a:ext>
            </a:extLst>
          </p:cNvPr>
          <p:cNvSpPr>
            <a:spLocks xmlns:a="http://schemas.openxmlformats.org/drawingml/2006/main" noGrp="1"/>
          </p:cNvSpPr>
          <p:nvPr/>
        </p:nvSpPr>
        <p:spPr>
          <a:xfrm xmlns:a="http://schemas.openxmlformats.org/drawingml/2006/main">
            <a:off x="566928" y="2286000"/>
            <a:ext cx="416052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005293"/>
                </a:solidFill>
                <a:latin typeface="Arial"/>
                <a:ea typeface="Arial"/>
                <a:cs typeface="Arial"/>
              </a:defRPr>
            </a:pPr>
            <a:r>
              <a:rPr sz="1800" b="1" i="0">
                <a:solidFill>
                  <a:srgbClr val="005293"/>
                </a:solidFill>
                <a:latin typeface="Arial"/>
                <a:ea typeface="Arial"/>
                <a:cs typeface="Arial"/>
              </a:rPr>
              <a:t>An expressive robotic lamp</a:t>
            </a:r>
            <a:endParaRPr sz="1600" b="1" i="0">
              <a:solidFill>
                <a:srgbClr val="005293"/>
              </a:solidFill>
              <a:latin typeface="Arial"/>
              <a:ea typeface="Arial"/>
              <a:cs typeface="Arial"/>
            </a:endParaRPr>
          </a:p>
          <a:p xmlns:a="http://schemas.openxmlformats.org/drawingml/2006/main">
            <a:pPr>
              <a:defRPr sz="1800" b="1">
                <a:solidFill>
                  <a:srgbClr val="005293"/>
                </a:solidFill>
                <a:latin typeface="Arial"/>
                <a:ea typeface="Arial"/>
                <a:cs typeface="Arial"/>
              </a:defRPr>
            </a:pPr>
            <a:r>
              <a:rPr sz="1800" b="1" i="0">
                <a:solidFill>
                  <a:srgbClr val="005293"/>
                </a:solidFill>
                <a:latin typeface="Arial"/>
                <a:ea typeface="Arial"/>
                <a:cs typeface="Arial"/>
              </a:rPr>
              <a:t>on a Jetson Nano</a:t>
            </a:r>
          </a:p>
        </p:txBody>
      </p:sp>
      <p:sp>
        <p:nvSpPr>
          <p:cNvPr id="6" name="TextBox 5">
            <a:extLst xmlns:a="http://schemas.openxmlformats.org/drawingml/2006/main">
              <a:ext uri="{FF2B5EF4-FFF2-40B4-BE49-F238E27FC236}">
                <a16:creationId xmlns:a16="http://schemas.microsoft.com/office/drawing/2014/main" id="{343F37AD-ADA2-4D92-9DE9-7D1E64B28C02}"/>
              </a:ext>
            </a:extLst>
          </p:cNvPr>
          <p:cNvSpPr>
            <a:spLocks xmlns:a="http://schemas.openxmlformats.org/drawingml/2006/main" noGrp="1"/>
          </p:cNvSpPr>
          <p:nvPr/>
        </p:nvSpPr>
        <p:spPr>
          <a:xfrm xmlns:a="http://schemas.openxmlformats.org/drawingml/2006/main">
            <a:off x="566928" y="2926080"/>
            <a:ext cx="416052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nSpc>
                <a:spcPct val="105000"/>
              </a:lnSpc>
              <a:spcAft>
                <a:spcPts val="500"/>
              </a:spcAft>
              <a:buNone/>
            </a:pPr>
            <a:r>
              <a:rPr sz="1250" b="0" i="0">
                <a:solidFill>
                  <a:srgbClr val="1A1A1A"/>
                </a:solidFill>
                <a:latin typeface="Arial"/>
                <a:ea typeface="Arial"/>
                <a:cs typeface="Arial"/>
              </a:rPr>
              <a:t>Group 8</a:t>
            </a:r>
          </a:p>
          <a:p xmlns:a="http://schemas.openxmlformats.org/drawingml/2006/main">
            <a:pPr>
              <a:lnSpc>
                <a:spcPct val="105000"/>
              </a:lnSpc>
              <a:spcAft>
                <a:spcPts val="500"/>
              </a:spcAft>
              <a:buNone/>
            </a:pPr>
            <a:r>
              <a:rPr sz="1250" b="0" i="0">
                <a:solidFill>
                  <a:srgbClr val="1A1A1A"/>
                </a:solidFill>
                <a:latin typeface="Arial"/>
                <a:ea typeface="Arial"/>
                <a:cs typeface="Arial"/>
              </a:rPr>
              <a:t>Embedded Systems, Cyber-Physical Systems and Robotics (INHN0018)</a:t>
            </a:r>
          </a:p>
          <a:p xmlns:a="http://schemas.openxmlformats.org/drawingml/2006/main">
            <a:pPr>
              <a:lnSpc>
                <a:spcPct val="105000"/>
              </a:lnSpc>
              <a:spcAft>
                <a:spcPts val="500"/>
              </a:spcAft>
              <a:buNone/>
            </a:pPr>
            <a:r>
              <a:rPr sz="1250" b="0" i="0">
                <a:solidFill>
                  <a:srgbClr val="1A1A1A"/>
                </a:solidFill>
                <a:latin typeface="Arial"/>
                <a:ea typeface="Arial"/>
                <a:cs typeface="Arial"/>
              </a:rPr>
              <a:t>Technische</a:t>
            </a:r>
            <a:r>
              <a:rPr sz="1250" b="0" i="0">
                <a:solidFill>
                  <a:srgbClr val="1A1A1A"/>
                </a:solidFill>
                <a:latin typeface="Arial"/>
                <a:ea typeface="Arial"/>
                <a:cs typeface="Arial"/>
              </a:rPr>
              <a:t> Universität München, Campus Heilbronn</a:t>
            </a:r>
          </a:p>
          <a:p xmlns:a="http://schemas.openxmlformats.org/drawingml/2006/main">
            <a:pPr>
              <a:lnSpc>
                <a:spcPct val="105000"/>
              </a:lnSpc>
              <a:spcAft>
                <a:spcPts val="500"/>
              </a:spcAft>
              <a:buNone/>
            </a:pPr>
            <a:r>
              <a:rPr sz="1250" b="0" i="0">
                <a:solidFill>
                  <a:srgbClr val="1A1A1A"/>
                </a:solidFill>
                <a:latin typeface="Arial"/>
                <a:ea typeface="Arial"/>
                <a:cs typeface="Arial"/>
              </a:rPr>
              <a:t>September 2026</a:t>
            </a:r>
          </a:p>
        </p:txBody>
      </p:sp>
    </p:spTree>
    <p:extLst>
      <p:ext uri="{BB962C8B-B14F-4D97-AF65-F5344CB8AC3E}">
        <p14:creationId xmlns:p14="http://schemas.microsoft.com/office/powerpoint/2010/main" val="46085352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8D498E37-4650-4252-924E-446956CC59FC}"/>
              </a:ext>
            </a:extLst>
          </p:cNvPr>
          <p:cNvSpPr>
            <a:spLocks xmlns:a="http://schemas.openxmlformats.org/drawingml/2006/main" noGrp="1"/>
          </p:cNvSpPr>
          <p:nvPr/>
        </p:nvSpPr>
        <p:spPr>
          <a:xfrm xmlns:a="http://schemas.openxmlformats.org/drawingml/2006/main">
            <a:off x="8138160" y="4855464"/>
            <a:ext cx="685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r">
              <a:buNone/>
            </a:pPr>
            <a:r>
              <a:rPr sz="900" b="0" i="0">
                <a:solidFill>
                  <a:srgbClr val="64A0C8"/>
                </a:solidFill>
                <a:latin typeface="Arial"/>
                <a:ea typeface="Arial"/>
                <a:cs typeface="Arial"/>
              </a:rPr>
              <a:t>2</a:t>
            </a:r>
          </a:p>
        </p:txBody>
      </p:sp>
      <p:sp>
        <p:nvSpPr>
          <p:cNvPr id="3" name="TextBox 2">
            <a:extLst xmlns:a="http://schemas.openxmlformats.org/drawingml/2006/main">
              <a:ext uri="{FF2B5EF4-FFF2-40B4-BE49-F238E27FC236}">
                <a16:creationId xmlns:a16="http://schemas.microsoft.com/office/drawing/2014/main" id="{96BF0AB1-FE35-40C7-B47C-E33B877B7596}"/>
              </a:ext>
            </a:extLst>
          </p:cNvPr>
          <p:cNvSpPr>
            <a:spLocks xmlns:a="http://schemas.openxmlformats.org/drawingml/2006/main" noGrp="1"/>
          </p:cNvSpPr>
          <p:nvPr/>
        </p:nvSpPr>
        <p:spPr>
          <a:xfrm xmlns:a="http://schemas.openxmlformats.org/drawingml/2006/main">
            <a:off x="320040" y="457200"/>
            <a:ext cx="7635240" cy="43815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nSpc>
                <a:spcPct val="100000"/>
              </a:lnSpc>
              <a:buNone/>
            </a:pPr>
            <a:r>
              <a:rPr sz="2500" b="1" i="0">
                <a:solidFill>
                  <a:srgbClr val="1A1A1A"/>
                </a:solidFill>
                <a:latin typeface="Arial"/>
                <a:ea typeface="Arial"/>
                <a:cs typeface="Arial"/>
              </a:rPr>
              <a:t>Idea &amp; goals</a:t>
            </a:r>
          </a:p>
        </p:txBody>
      </p:sp>
      <p:sp>
        <p:nvSpPr>
          <p:cNvPr id="4" name="TextBox 3">
            <a:extLst xmlns:a="http://schemas.openxmlformats.org/drawingml/2006/main">
              <a:ext uri="{FF2B5EF4-FFF2-40B4-BE49-F238E27FC236}">
                <a16:creationId xmlns:a16="http://schemas.microsoft.com/office/drawing/2014/main" id="{7CDD2D5C-C709-489A-9DEB-4025D8A471C2}"/>
              </a:ext>
            </a:extLst>
          </p:cNvPr>
          <p:cNvSpPr>
            <a:spLocks xmlns:a="http://schemas.openxmlformats.org/drawingml/2006/main" noGrp="1"/>
          </p:cNvSpPr>
          <p:nvPr/>
        </p:nvSpPr>
        <p:spPr>
          <a:xfrm xmlns:a="http://schemas.openxmlformats.org/drawingml/2006/main">
            <a:off x="320040" y="920611"/>
            <a:ext cx="8513064" cy="200055"/>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r>
              <a:rPr sz="1300" b="1" i="0">
                <a:solidFill>
                  <a:srgbClr val="0065BD"/>
                </a:solidFill>
                <a:latin typeface="Arial"/>
                <a:ea typeface="Arial"/>
                <a:cs typeface="Arial"/>
              </a:rPr>
              <a:t>A</a:t>
            </a:r>
            <a:r>
              <a:rPr sz="1300" b="1" i="0">
                <a:solidFill>
                  <a:srgbClr val="0065BD"/>
                </a:solidFill>
                <a:latin typeface="Arial"/>
                <a:ea typeface="Arial"/>
                <a:cs typeface="Arial"/>
              </a:rPr>
              <a:t> </a:t>
            </a:r>
            <a:r>
              <a:rPr sz="1300" b="1" i="0">
                <a:solidFill>
                  <a:srgbClr val="0065BD"/>
                </a:solidFill>
                <a:latin typeface="Arial"/>
                <a:ea typeface="Arial"/>
                <a:cs typeface="Arial"/>
              </a:rPr>
              <a:t>lamp</a:t>
            </a:r>
            <a:r>
              <a:rPr sz="1300" b="1" i="0">
                <a:solidFill>
                  <a:srgbClr val="0065BD"/>
                </a:solidFill>
                <a:latin typeface="Arial"/>
                <a:ea typeface="Arial"/>
                <a:cs typeface="Arial"/>
              </a:rPr>
              <a:t> </a:t>
            </a:r>
            <a:r>
              <a:rPr sz="1300" b="1" i="0">
                <a:solidFill>
                  <a:srgbClr val="0065BD"/>
                </a:solidFill>
                <a:latin typeface="Arial"/>
                <a:ea typeface="Arial"/>
                <a:cs typeface="Arial"/>
              </a:rPr>
              <a:t>with</a:t>
            </a:r>
            <a:r>
              <a:rPr sz="1300" b="1" i="0">
                <a:solidFill>
                  <a:srgbClr val="0065BD"/>
                </a:solidFill>
                <a:latin typeface="Arial"/>
                <a:ea typeface="Arial"/>
                <a:cs typeface="Arial"/>
              </a:rPr>
              <a:t> </a:t>
            </a:r>
            <a:r>
              <a:rPr sz="1300" b="1" i="0">
                <a:solidFill>
                  <a:srgbClr val="0065BD"/>
                </a:solidFill>
                <a:latin typeface="Arial"/>
                <a:ea typeface="Arial"/>
                <a:cs typeface="Arial"/>
              </a:rPr>
              <a:t>five axes</a:t>
            </a:r>
          </a:p>
        </p:txBody>
      </p:sp>
      <p:sp>
        <p:nvSpPr>
          <p:cNvPr id="6" name="Rounded Rectangle 5">
            <a:extLst xmlns:a="http://schemas.openxmlformats.org/drawingml/2006/main">
              <a:ext uri="{FF2B5EF4-FFF2-40B4-BE49-F238E27FC236}">
                <a16:creationId xmlns:a16="http://schemas.microsoft.com/office/drawing/2014/main" id="{3CAB8FD0-1A63-4CEB-970E-3402D8891AFC}"/>
              </a:ext>
            </a:extLst>
          </p:cNvPr>
          <p:cNvSpPr>
            <a:spLocks xmlns:a="http://schemas.openxmlformats.org/drawingml/2006/main" noGrp="1"/>
          </p:cNvSpPr>
          <p:nvPr/>
        </p:nvSpPr>
        <p:spPr>
          <a:xfrm xmlns:a="http://schemas.openxmlformats.org/drawingml/2006/main">
            <a:off x="310896" y="1613140"/>
            <a:ext cx="2654808" cy="1828800"/>
          </a:xfrm>
          <a:prstGeom xmlns:a="http://schemas.openxmlformats.org/drawingml/2006/main" prst="roundRect">
            <a:avLst>
              <a:gd name="adj" fmla="val 5500"/>
            </a:avLst>
          </a:prstGeom>
          <a:solidFill xmlns:a="http://schemas.openxmlformats.org/drawingml/2006/main">
            <a:srgbClr val="FFFFFF"/>
          </a:solidFill>
          <a:ln xmlns:a="http://schemas.openxmlformats.org/drawingml/2006/main">
            <a:noFill/>
          </a:ln>
          <a:effectLst xmlns:a="http://schemas.openxmlformats.org/drawingml/2006/main">
            <a:outerShdw blurRad="91440" dist="32004" dir="5400000" rotWithShape="0">
              <a:srgbClr val="7A8CA0">
                <a:alpha val="26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82880" tIns="155448" rIns="146304" bIns="109728" anchor="t">
            <a:noAutofit/>
          </a:bodyPr>
          <a:lstStyle xmlns:a="http://schemas.openxmlformats.org/drawingml/2006/main"/>
          <a:p xmlns:a="http://schemas.openxmlformats.org/drawingml/2006/main">
            <a:pPr algn="l">
              <a:buNone/>
              <a:defRPr sz="1350" b="0">
                <a:solidFill>
                  <a:srgbClr val="005293"/>
                </a:solidFill>
                <a:latin typeface="Arial"/>
                <a:ea typeface="Arial"/>
                <a:cs typeface="Arial"/>
              </a:defRPr>
            </a:pPr>
            <a:r>
              <a:rPr sz="1350" b="0" i="0">
                <a:solidFill>
                  <a:srgbClr val="005293"/>
                </a:solidFill>
                <a:latin typeface="Arial"/>
                <a:ea typeface="Arial"/>
                <a:cs typeface="Arial"/>
              </a:rPr>
              <a:t>01</a:t>
            </a:r>
          </a:p>
          <a:p xmlns:a="http://schemas.openxmlformats.org/drawingml/2006/main">
            <a:pPr algn="l">
              <a:spcBef>
                <a:spcPts val="300"/>
              </a:spcBef>
              <a:buNone/>
              <a:defRPr sz="1350" b="0">
                <a:solidFill>
                  <a:srgbClr val="005293"/>
                </a:solidFill>
                <a:latin typeface="Arial"/>
                <a:ea typeface="Arial"/>
                <a:cs typeface="Arial"/>
              </a:defRPr>
            </a:pPr>
            <a:r>
              <a:rPr sz="1350" b="0" i="0">
                <a:solidFill>
                  <a:srgbClr val="005293"/>
                </a:solidFill>
                <a:latin typeface="Arial"/>
                <a:ea typeface="Arial"/>
                <a:cs typeface="Arial"/>
              </a:rPr>
              <a:t>The idea</a:t>
            </a:r>
          </a:p>
          <a:p xmlns:a="http://schemas.openxmlformats.org/drawingml/2006/main">
            <a:pPr marL="155448" indent="-155448" algn="l">
              <a:lnSpc>
                <a:spcPct val="104000"/>
              </a:lnSpc>
              <a:spcBef>
                <a:spcPts val="700"/>
              </a:spcBef>
              <a:buNone/>
              <a:defRPr sz="1350" b="0">
                <a:solidFill>
                  <a:srgbClr val="005293"/>
                </a:solidFill>
                <a:latin typeface="Arial"/>
                <a:ea typeface="Arial"/>
                <a:cs typeface="Arial"/>
              </a:defRPr>
            </a:pPr>
            <a:r>
              <a:rPr sz="1350" b="0" i="0">
                <a:solidFill>
                  <a:srgbClr val="005293"/>
                </a:solidFill>
                <a:latin typeface="Arial"/>
                <a:ea typeface="Arial"/>
                <a:cs typeface="Arial"/>
              </a:rPr>
              <a:t>A familiar desk object</a:t>
            </a:r>
          </a:p>
          <a:p xmlns:a="http://schemas.openxmlformats.org/drawingml/2006/main">
            <a:pPr marL="155448" indent="-155448" algn="l">
              <a:lnSpc>
                <a:spcPct val="104000"/>
              </a:lnSpc>
              <a:spcBef>
                <a:spcPts val="300"/>
              </a:spcBef>
              <a:buNone/>
              <a:defRPr sz="1350" b="0">
                <a:solidFill>
                  <a:srgbClr val="005293"/>
                </a:solidFill>
                <a:latin typeface="Arial"/>
                <a:ea typeface="Arial"/>
                <a:cs typeface="Arial"/>
              </a:defRPr>
            </a:pPr>
            <a:r>
              <a:rPr sz="1350" b="0" i="0">
                <a:solidFill>
                  <a:srgbClr val="005293"/>
                </a:solidFill>
                <a:latin typeface="Arial"/>
                <a:ea typeface="Arial"/>
                <a:cs typeface="Arial"/>
              </a:rPr>
              <a:t>Gestures express intent</a:t>
            </a:r>
          </a:p>
          <a:p xmlns:a="http://schemas.openxmlformats.org/drawingml/2006/main">
            <a:pPr marL="155448" indent="-155448" algn="l">
              <a:lnSpc>
                <a:spcPct val="104000"/>
              </a:lnSpc>
              <a:spcBef>
                <a:spcPts val="300"/>
              </a:spcBef>
              <a:buNone/>
              <a:defRPr sz="1350" b="0">
                <a:solidFill>
                  <a:srgbClr val="005293"/>
                </a:solidFill>
                <a:latin typeface="Arial"/>
                <a:ea typeface="Arial"/>
                <a:cs typeface="Arial"/>
              </a:defRPr>
            </a:pPr>
            <a:r>
              <a:rPr sz="1350" b="0" i="0">
                <a:solidFill>
                  <a:srgbClr val="005293"/>
                </a:solidFill>
                <a:latin typeface="Arial"/>
                <a:ea typeface="Arial"/>
                <a:cs typeface="Arial"/>
              </a:rPr>
              <a:t>Motion is our focus</a:t>
            </a:r>
          </a:p>
        </p:txBody>
      </p:sp>
      <p:sp>
        <p:nvSpPr>
          <p:cNvPr id="7" name="Rounded Rectangle 6">
            <a:extLst xmlns:a="http://schemas.openxmlformats.org/drawingml/2006/main">
              <a:ext uri="{FF2B5EF4-FFF2-40B4-BE49-F238E27FC236}">
                <a16:creationId xmlns:a16="http://schemas.microsoft.com/office/drawing/2014/main" id="{8023190F-9FDC-4C25-867A-808461E636A4}"/>
              </a:ext>
            </a:extLst>
          </p:cNvPr>
          <p:cNvSpPr>
            <a:spLocks xmlns:a="http://schemas.openxmlformats.org/drawingml/2006/main" noGrp="1"/>
          </p:cNvSpPr>
          <p:nvPr/>
        </p:nvSpPr>
        <p:spPr>
          <a:xfrm xmlns:a="http://schemas.openxmlformats.org/drawingml/2006/main">
            <a:off x="3244596" y="1613140"/>
            <a:ext cx="2654808" cy="1828800"/>
          </a:xfrm>
          <a:prstGeom xmlns:a="http://schemas.openxmlformats.org/drawingml/2006/main" prst="roundRect">
            <a:avLst>
              <a:gd name="adj" fmla="val 5500"/>
            </a:avLst>
          </a:prstGeom>
          <a:solidFill xmlns:a="http://schemas.openxmlformats.org/drawingml/2006/main">
            <a:srgbClr val="FFFFFF"/>
          </a:solidFill>
          <a:ln xmlns:a="http://schemas.openxmlformats.org/drawingml/2006/main">
            <a:noFill/>
          </a:ln>
          <a:effectLst xmlns:a="http://schemas.openxmlformats.org/drawingml/2006/main">
            <a:outerShdw blurRad="91440" dist="32004" dir="5400000" rotWithShape="0">
              <a:srgbClr val="7A8CA0">
                <a:alpha val="26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82880" tIns="155448" rIns="146304" bIns="109728" anchor="t">
            <a:noAutofit/>
          </a:bodyPr>
          <a:lstStyle xmlns:a="http://schemas.openxmlformats.org/drawingml/2006/main"/>
          <a:p xmlns:a="http://schemas.openxmlformats.org/drawingml/2006/main">
            <a:pPr algn="l">
              <a:buNone/>
              <a:defRPr sz="1350" b="0">
                <a:solidFill>
                  <a:srgbClr val="005293"/>
                </a:solidFill>
                <a:latin typeface="Arial"/>
                <a:ea typeface="Arial"/>
                <a:cs typeface="Arial"/>
              </a:defRPr>
            </a:pPr>
            <a:r>
              <a:rPr sz="1350" b="0" i="0">
                <a:solidFill>
                  <a:srgbClr val="005293"/>
                </a:solidFill>
                <a:latin typeface="Arial"/>
                <a:ea typeface="Arial"/>
                <a:cs typeface="Arial"/>
              </a:rPr>
              <a:t>02</a:t>
            </a:r>
          </a:p>
          <a:p xmlns:a="http://schemas.openxmlformats.org/drawingml/2006/main">
            <a:pPr algn="l">
              <a:spcBef>
                <a:spcPts val="300"/>
              </a:spcBef>
              <a:buNone/>
              <a:defRPr sz="1350" b="0">
                <a:solidFill>
                  <a:srgbClr val="005293"/>
                </a:solidFill>
                <a:latin typeface="Arial"/>
                <a:ea typeface="Arial"/>
                <a:cs typeface="Arial"/>
              </a:defRPr>
            </a:pPr>
            <a:r>
              <a:rPr sz="1350" b="0" i="0">
                <a:solidFill>
                  <a:srgbClr val="005293"/>
                </a:solidFill>
                <a:latin typeface="Arial"/>
                <a:ea typeface="Arial"/>
                <a:cs typeface="Arial"/>
              </a:rPr>
              <a:t>Expressive motion</a:t>
            </a:r>
          </a:p>
          <a:p xmlns:a="http://schemas.openxmlformats.org/drawingml/2006/main">
            <a:pPr marL="155448" indent="-155448" algn="l">
              <a:lnSpc>
                <a:spcPct val="104000"/>
              </a:lnSpc>
              <a:spcBef>
                <a:spcPts val="700"/>
              </a:spcBef>
              <a:buNone/>
              <a:defRPr sz="1350" b="0">
                <a:solidFill>
                  <a:srgbClr val="005293"/>
                </a:solidFill>
                <a:latin typeface="Arial"/>
                <a:ea typeface="Arial"/>
                <a:cs typeface="Arial"/>
              </a:defRPr>
            </a:pPr>
            <a:r>
              <a:rPr sz="1350" b="0" i="0">
                <a:solidFill>
                  <a:srgbClr val="005293"/>
                </a:solidFill>
                <a:latin typeface="Arial"/>
                <a:ea typeface="Arial"/>
                <a:cs typeface="Arial"/>
              </a:rPr>
              <a:t>Inspired by ELEGNT</a:t>
            </a:r>
          </a:p>
          <a:p xmlns:a="http://schemas.openxmlformats.org/drawingml/2006/main">
            <a:pPr marL="155448" indent="-155448" algn="l">
              <a:lnSpc>
                <a:spcPct val="104000"/>
              </a:lnSpc>
              <a:spcBef>
                <a:spcPts val="300"/>
              </a:spcBef>
              <a:buNone/>
              <a:defRPr sz="1350" b="0">
                <a:solidFill>
                  <a:srgbClr val="005293"/>
                </a:solidFill>
                <a:latin typeface="Arial"/>
                <a:ea typeface="Arial"/>
                <a:cs typeface="Arial"/>
              </a:defRPr>
            </a:pPr>
            <a:r>
              <a:rPr sz="1350" b="0" i="0">
                <a:solidFill>
                  <a:srgbClr val="005293"/>
                </a:solidFill>
                <a:latin typeface="Arial"/>
                <a:ea typeface="Arial"/>
                <a:cs typeface="Arial"/>
              </a:rPr>
              <a:t>Recorded gestures</a:t>
            </a:r>
          </a:p>
          <a:p xmlns:a="http://schemas.openxmlformats.org/drawingml/2006/main">
            <a:pPr marL="155448" indent="-155448" algn="l">
              <a:lnSpc>
                <a:spcPct val="104000"/>
              </a:lnSpc>
              <a:spcBef>
                <a:spcPts val="300"/>
              </a:spcBef>
              <a:buNone/>
              <a:defRPr sz="1350" b="0">
                <a:solidFill>
                  <a:srgbClr val="005293"/>
                </a:solidFill>
                <a:latin typeface="Arial"/>
                <a:ea typeface="Arial"/>
                <a:cs typeface="Arial"/>
              </a:defRPr>
            </a:pPr>
            <a:r>
              <a:rPr sz="1350" b="0" i="0">
                <a:solidFill>
                  <a:srgbClr val="005293"/>
                </a:solidFill>
                <a:latin typeface="Arial"/>
                <a:ea typeface="Arial"/>
                <a:cs typeface="Arial"/>
              </a:rPr>
              <a:t>Five degrees of freedom</a:t>
            </a:r>
          </a:p>
        </p:txBody>
      </p:sp>
      <p:sp>
        <p:nvSpPr>
          <p:cNvPr id="8" name="Rounded Rectangle 7">
            <a:extLst xmlns:a="http://schemas.openxmlformats.org/drawingml/2006/main">
              <a:ext uri="{FF2B5EF4-FFF2-40B4-BE49-F238E27FC236}">
                <a16:creationId xmlns:a16="http://schemas.microsoft.com/office/drawing/2014/main" id="{307360FA-4437-4B57-9CAB-74E5BF6F6CB5}"/>
              </a:ext>
            </a:extLst>
          </p:cNvPr>
          <p:cNvSpPr>
            <a:spLocks xmlns:a="http://schemas.openxmlformats.org/drawingml/2006/main" noGrp="1"/>
          </p:cNvSpPr>
          <p:nvPr/>
        </p:nvSpPr>
        <p:spPr>
          <a:xfrm xmlns:a="http://schemas.openxmlformats.org/drawingml/2006/main">
            <a:off x="6247307" y="1613140"/>
            <a:ext cx="2654808" cy="1828800"/>
          </a:xfrm>
          <a:prstGeom xmlns:a="http://schemas.openxmlformats.org/drawingml/2006/main" prst="roundRect">
            <a:avLst>
              <a:gd name="adj" fmla="val 5500"/>
            </a:avLst>
          </a:prstGeom>
          <a:solidFill xmlns:a="http://schemas.openxmlformats.org/drawingml/2006/main">
            <a:srgbClr val="FFFFFF"/>
          </a:solidFill>
          <a:ln xmlns:a="http://schemas.openxmlformats.org/drawingml/2006/main">
            <a:noFill/>
          </a:ln>
          <a:effectLst xmlns:a="http://schemas.openxmlformats.org/drawingml/2006/main">
            <a:outerShdw blurRad="91440" dist="32004" dir="5400000" rotWithShape="0">
              <a:srgbClr val="7A8CA0">
                <a:alpha val="26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82880" tIns="155448" rIns="146304" bIns="109728" anchor="t">
            <a:noAutofit/>
          </a:bodyPr>
          <a:lstStyle xmlns:a="http://schemas.openxmlformats.org/drawingml/2006/main"/>
          <a:p xmlns:a="http://schemas.openxmlformats.org/drawingml/2006/main">
            <a:pPr algn="l">
              <a:buNone/>
              <a:defRPr sz="1350" b="0">
                <a:solidFill>
                  <a:srgbClr val="005293"/>
                </a:solidFill>
                <a:latin typeface="Arial"/>
                <a:ea typeface="Arial"/>
                <a:cs typeface="Arial"/>
              </a:defRPr>
            </a:pPr>
            <a:r>
              <a:rPr sz="1350" b="0" i="0">
                <a:solidFill>
                  <a:srgbClr val="005293"/>
                </a:solidFill>
                <a:latin typeface="Arial"/>
                <a:ea typeface="Arial"/>
                <a:cs typeface="Arial"/>
              </a:rPr>
              <a:t>03</a:t>
            </a:r>
          </a:p>
          <a:p xmlns:a="http://schemas.openxmlformats.org/drawingml/2006/main">
            <a:pPr algn="l">
              <a:spcBef>
                <a:spcPts val="300"/>
              </a:spcBef>
              <a:buNone/>
              <a:defRPr sz="1350" b="0">
                <a:solidFill>
                  <a:srgbClr val="005293"/>
                </a:solidFill>
                <a:latin typeface="Arial"/>
                <a:ea typeface="Arial"/>
                <a:cs typeface="Arial"/>
              </a:defRPr>
            </a:pPr>
            <a:r>
              <a:rPr sz="1350" b="0" i="0">
                <a:solidFill>
                  <a:srgbClr val="005293"/>
                </a:solidFill>
                <a:latin typeface="Arial"/>
                <a:ea typeface="Arial"/>
                <a:cs typeface="Arial"/>
              </a:rPr>
              <a:t>Our objective</a:t>
            </a:r>
          </a:p>
          <a:p xmlns:a="http://schemas.openxmlformats.org/drawingml/2006/main">
            <a:pPr marL="155448" indent="-155448" algn="l">
              <a:lnSpc>
                <a:spcPct val="104000"/>
              </a:lnSpc>
              <a:spcBef>
                <a:spcPts val="700"/>
              </a:spcBef>
              <a:buNone/>
              <a:defRPr sz="1350" b="0">
                <a:solidFill>
                  <a:srgbClr val="005293"/>
                </a:solidFill>
                <a:latin typeface="Arial"/>
                <a:ea typeface="Arial"/>
                <a:cs typeface="Arial"/>
              </a:defRPr>
            </a:pPr>
            <a:r>
              <a:rPr sz="1350" b="0" i="0">
                <a:solidFill>
                  <a:srgbClr val="005293"/>
                </a:solidFill>
                <a:latin typeface="Arial"/>
                <a:ea typeface="Arial"/>
                <a:cs typeface="Arial"/>
              </a:rPr>
              <a:t>Adapt LeLamp to Jetson</a:t>
            </a:r>
          </a:p>
          <a:p xmlns:a="http://schemas.openxmlformats.org/drawingml/2006/main">
            <a:pPr marL="155448" indent="-155448" algn="l">
              <a:lnSpc>
                <a:spcPct val="104000"/>
              </a:lnSpc>
              <a:spcBef>
                <a:spcPts val="300"/>
              </a:spcBef>
              <a:buNone/>
              <a:defRPr sz="1350" b="0">
                <a:solidFill>
                  <a:srgbClr val="005293"/>
                </a:solidFill>
                <a:latin typeface="Arial"/>
                <a:ea typeface="Arial"/>
                <a:cs typeface="Arial"/>
              </a:defRPr>
            </a:pPr>
            <a:r>
              <a:rPr sz="1350" b="0" i="0">
                <a:solidFill>
                  <a:srgbClr val="005293"/>
                </a:solidFill>
                <a:latin typeface="Arial"/>
                <a:ea typeface="Arial"/>
                <a:cs typeface="Arial"/>
              </a:rPr>
              <a:t>Replay selected motions</a:t>
            </a:r>
          </a:p>
          <a:p xmlns:a="http://schemas.openxmlformats.org/drawingml/2006/main">
            <a:pPr marL="155448" indent="-155448" algn="l">
              <a:lnSpc>
                <a:spcPct val="104000"/>
              </a:lnSpc>
              <a:spcBef>
                <a:spcPts val="300"/>
              </a:spcBef>
              <a:buNone/>
              <a:defRPr sz="1350" b="0">
                <a:solidFill>
                  <a:srgbClr val="005293"/>
                </a:solidFill>
                <a:latin typeface="Arial"/>
                <a:ea typeface="Arial"/>
                <a:cs typeface="Arial"/>
              </a:defRPr>
            </a:pPr>
            <a:r>
              <a:rPr sz="1350" b="0" i="0">
                <a:solidFill>
                  <a:srgbClr val="005293"/>
                </a:solidFill>
                <a:latin typeface="Arial"/>
                <a:ea typeface="Arial"/>
                <a:cs typeface="Arial"/>
              </a:rPr>
              <a:t>Verify each execution step</a:t>
            </a:r>
          </a:p>
        </p:txBody>
      </p:sp>
    </p:spTree>
    <p:extLst>
      <p:ext uri="{BB962C8B-B14F-4D97-AF65-F5344CB8AC3E}">
        <p14:creationId xmlns:p14="http://schemas.microsoft.com/office/powerpoint/2010/main" val="1126851267"/>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8F816B74-405D-41F6-915C-9A4707817FF2}"/>
              </a:ext>
            </a:extLst>
          </p:cNvPr>
          <p:cNvSpPr>
            <a:spLocks xmlns:a="http://schemas.openxmlformats.org/drawingml/2006/main" noGrp="1"/>
          </p:cNvSpPr>
          <p:nvPr/>
        </p:nvSpPr>
        <p:spPr>
          <a:xfrm xmlns:a="http://schemas.openxmlformats.org/drawingml/2006/main">
            <a:off x="8138160" y="4855464"/>
            <a:ext cx="685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r">
              <a:buNone/>
            </a:pPr>
            <a:r>
              <a:rPr sz="900" b="0" i="0">
                <a:solidFill>
                  <a:srgbClr val="64A0C8"/>
                </a:solidFill>
                <a:latin typeface="Arial"/>
                <a:ea typeface="Arial"/>
                <a:cs typeface="Arial"/>
              </a:rPr>
              <a:t>3</a:t>
            </a:r>
          </a:p>
        </p:txBody>
      </p:sp>
      <p:sp>
        <p:nvSpPr>
          <p:cNvPr id="3" name="TextBox 2">
            <a:extLst xmlns:a="http://schemas.openxmlformats.org/drawingml/2006/main">
              <a:ext uri="{FF2B5EF4-FFF2-40B4-BE49-F238E27FC236}">
                <a16:creationId xmlns:a16="http://schemas.microsoft.com/office/drawing/2014/main" id="{5531BF3A-0A2C-4609-AEF8-D9CD6BBE463D}"/>
              </a:ext>
            </a:extLst>
          </p:cNvPr>
          <p:cNvSpPr>
            <a:spLocks xmlns:a="http://schemas.openxmlformats.org/drawingml/2006/main" noGrp="1"/>
          </p:cNvSpPr>
          <p:nvPr/>
        </p:nvSpPr>
        <p:spPr>
          <a:xfrm xmlns:a="http://schemas.openxmlformats.org/drawingml/2006/main">
            <a:off x="320040" y="457200"/>
            <a:ext cx="7635240" cy="43815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nSpc>
                <a:spcPct val="100000"/>
              </a:lnSpc>
              <a:buNone/>
            </a:pPr>
            <a:r>
              <a:rPr sz="2500" b="1">
                <a:solidFill>
                  <a:srgbClr val="1A1A1A"/>
                </a:solidFill>
                <a:latin typeface="Arial"/>
                <a:ea typeface="Arial"/>
                <a:cs typeface="Arial"/>
              </a:rPr>
              <a:t>Contribution</a:t>
            </a:r>
            <a:endParaRPr sz="2500" b="1" i="0">
              <a:solidFill>
                <a:srgbClr val="1A1A1A"/>
              </a:solidFill>
              <a:latin typeface="Arial"/>
              <a:ea typeface="Arial"/>
              <a:cs typeface="Arial"/>
            </a:endParaRPr>
          </a:p>
        </p:txBody>
      </p:sp>
      <p:sp>
        <p:nvSpPr>
          <p:cNvPr id="4" name="TextBox 3">
            <a:extLst xmlns:a="http://schemas.openxmlformats.org/drawingml/2006/main">
              <a:ext uri="{FF2B5EF4-FFF2-40B4-BE49-F238E27FC236}">
                <a16:creationId xmlns:a16="http://schemas.microsoft.com/office/drawing/2014/main" id="{82C485D7-3921-438E-8524-2E616D77E4D2}"/>
              </a:ext>
            </a:extLst>
          </p:cNvPr>
          <p:cNvSpPr>
            <a:spLocks xmlns:a="http://schemas.openxmlformats.org/drawingml/2006/main" noGrp="1"/>
          </p:cNvSpPr>
          <p:nvPr/>
        </p:nvSpPr>
        <p:spPr>
          <a:xfrm xmlns:a="http://schemas.openxmlformats.org/drawingml/2006/main">
            <a:off x="320040" y="957532"/>
            <a:ext cx="8513064" cy="200055"/>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r>
              <a:rPr sz="1300" b="1">
                <a:solidFill>
                  <a:srgbClr val="0065BD"/>
                </a:solidFill>
                <a:latin typeface="Arial"/>
                <a:ea typeface="Arial"/>
                <a:cs typeface="Arial"/>
              </a:rPr>
              <a:t>On</a:t>
            </a:r>
            <a:r>
              <a:rPr sz="1300" b="1">
                <a:solidFill>
                  <a:srgbClr val="0065BD"/>
                </a:solidFill>
                <a:latin typeface="Arial"/>
                <a:ea typeface="Arial"/>
                <a:cs typeface="Arial"/>
              </a:rPr>
              <a:t> </a:t>
            </a:r>
            <a:r>
              <a:rPr sz="1300" b="1">
                <a:solidFill>
                  <a:srgbClr val="0065BD"/>
                </a:solidFill>
                <a:latin typeface="Arial"/>
                <a:ea typeface="Arial"/>
                <a:cs typeface="Arial"/>
              </a:rPr>
              <a:t>the</a:t>
            </a:r>
            <a:r>
              <a:rPr sz="1300" b="1">
                <a:solidFill>
                  <a:srgbClr val="0065BD"/>
                </a:solidFill>
                <a:latin typeface="Arial"/>
                <a:ea typeface="Arial"/>
                <a:cs typeface="Arial"/>
              </a:rPr>
              <a:t> </a:t>
            </a:r>
            <a:r>
              <a:rPr sz="1300" b="1">
                <a:solidFill>
                  <a:srgbClr val="0065BD"/>
                </a:solidFill>
                <a:latin typeface="Arial"/>
                <a:ea typeface="Arial"/>
                <a:cs typeface="Arial"/>
              </a:rPr>
              <a:t>LeLamp</a:t>
            </a:r>
            <a:r>
              <a:rPr sz="1300" b="1">
                <a:solidFill>
                  <a:srgbClr val="0065BD"/>
                </a:solidFill>
                <a:latin typeface="Arial"/>
                <a:ea typeface="Arial"/>
                <a:cs typeface="Arial"/>
              </a:rPr>
              <a:t> base (GPL-3.0)</a:t>
            </a:r>
            <a:endParaRPr sz="1300" b="1">
              <a:solidFill>
                <a:srgbClr val="0065BD"/>
              </a:solidFill>
              <a:latin typeface="Arial"/>
              <a:ea typeface="Arial"/>
              <a:cs typeface="Arial"/>
            </a:endParaRPr>
          </a:p>
        </p:txBody>
      </p:sp>
      <p:sp>
        <p:nvSpPr>
          <p:cNvPr id="6" name="Rounded Rectangle 5">
            <a:extLst xmlns:a="http://schemas.openxmlformats.org/drawingml/2006/main">
              <a:ext uri="{FF2B5EF4-FFF2-40B4-BE49-F238E27FC236}">
                <a16:creationId xmlns:a16="http://schemas.microsoft.com/office/drawing/2014/main" id="{179FB050-7C58-482E-92D1-391170AD589E}"/>
              </a:ext>
            </a:extLst>
          </p:cNvPr>
          <p:cNvSpPr>
            <a:spLocks xmlns:a="http://schemas.openxmlformats.org/drawingml/2006/main" noGrp="1"/>
          </p:cNvSpPr>
          <p:nvPr/>
        </p:nvSpPr>
        <p:spPr>
          <a:xfrm xmlns:a="http://schemas.openxmlformats.org/drawingml/2006/main">
            <a:off x="320040" y="1649198"/>
            <a:ext cx="2654808" cy="2011680"/>
          </a:xfrm>
          <a:prstGeom xmlns:a="http://schemas.openxmlformats.org/drawingml/2006/main" prst="roundRect">
            <a:avLst>
              <a:gd name="adj" fmla="val 5500"/>
            </a:avLst>
          </a:prstGeom>
          <a:solidFill xmlns:a="http://schemas.openxmlformats.org/drawingml/2006/main">
            <a:srgbClr val="FFFFFF"/>
          </a:solidFill>
          <a:ln xmlns:a="http://schemas.openxmlformats.org/drawingml/2006/main">
            <a:noFill/>
          </a:ln>
          <a:effectLst xmlns:a="http://schemas.openxmlformats.org/drawingml/2006/main">
            <a:outerShdw blurRad="91440" dist="32004" dir="5400000" rotWithShape="0">
              <a:srgbClr val="7A8CA0">
                <a:alpha val="26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82880" tIns="155448" rIns="146304" bIns="109728" anchor="t">
            <a:noAutofit/>
          </a:bodyPr>
          <a:lstStyle xmlns:a="http://schemas.openxmlformats.org/drawingml/2006/main"/>
          <a:p xmlns:a="http://schemas.openxmlformats.org/drawingml/2006/main">
            <a:pPr algn="l">
              <a:buNone/>
              <a:defRPr sz="1350" b="0">
                <a:solidFill>
                  <a:srgbClr val="005293"/>
                </a:solidFill>
                <a:latin typeface="Arial"/>
                <a:ea typeface="Arial"/>
                <a:cs typeface="Arial"/>
              </a:defRPr>
            </a:pPr>
            <a:r>
              <a:rPr sz="1350" b="0" i="0">
                <a:solidFill>
                  <a:srgbClr val="005293"/>
                </a:solidFill>
                <a:latin typeface="Arial"/>
                <a:ea typeface="Arial"/>
                <a:cs typeface="Arial"/>
              </a:rPr>
              <a:t>01</a:t>
            </a:r>
          </a:p>
          <a:p xmlns:a="http://schemas.openxmlformats.org/drawingml/2006/main">
            <a:pPr algn="l">
              <a:spcBef>
                <a:spcPts val="300"/>
              </a:spcBef>
              <a:buNone/>
              <a:defRPr sz="1350" b="0">
                <a:solidFill>
                  <a:srgbClr val="005293"/>
                </a:solidFill>
                <a:latin typeface="Arial"/>
                <a:ea typeface="Arial"/>
                <a:cs typeface="Arial"/>
              </a:defRPr>
            </a:pPr>
            <a:r>
              <a:rPr sz="1350" b="0" i="0">
                <a:solidFill>
                  <a:srgbClr val="005293"/>
                </a:solidFill>
                <a:latin typeface="Arial"/>
                <a:ea typeface="Arial"/>
                <a:cs typeface="Arial"/>
              </a:rPr>
              <a:t>Inherited</a:t>
            </a:r>
            <a:endParaRPr sz="1300" b="1" i="0">
              <a:solidFill>
                <a:srgbClr val="005293"/>
              </a:solidFill>
              <a:latin typeface="Arial"/>
              <a:ea typeface="Arial"/>
              <a:cs typeface="Arial"/>
            </a:endParaRPr>
          </a:p>
          <a:p xmlns:a="http://schemas.openxmlformats.org/drawingml/2006/main">
            <a:pPr marL="155448" indent="-155448" algn="l">
              <a:lnSpc>
                <a:spcPct val="104000"/>
              </a:lnSpc>
              <a:spcBef>
                <a:spcPts val="700"/>
              </a:spcBef>
              <a:buNone/>
              <a:defRPr sz="1350" b="0">
                <a:solidFill>
                  <a:srgbClr val="005293"/>
                </a:solidFill>
                <a:latin typeface="Arial"/>
                <a:ea typeface="Arial"/>
                <a:cs typeface="Arial"/>
              </a:defRPr>
            </a:pPr>
            <a:r>
              <a:rPr sz="1350" b="0" i="0">
                <a:solidFill>
                  <a:srgbClr val="005293"/>
                </a:solidFill>
                <a:latin typeface="Arial"/>
                <a:ea typeface="Arial"/>
                <a:cs typeface="Arial"/>
              </a:rPr>
              <a:t>Mechanics and printed parts</a:t>
            </a:r>
          </a:p>
          <a:p xmlns:a="http://schemas.openxmlformats.org/drawingml/2006/main">
            <a:pPr marL="155448" indent="-155448" algn="l">
              <a:lnSpc>
                <a:spcPct val="104000"/>
              </a:lnSpc>
              <a:spcBef>
                <a:spcPts val="300"/>
              </a:spcBef>
              <a:buNone/>
              <a:defRPr sz="1350" b="0">
                <a:solidFill>
                  <a:srgbClr val="005293"/>
                </a:solidFill>
                <a:latin typeface="Arial"/>
                <a:ea typeface="Arial"/>
                <a:cs typeface="Arial"/>
              </a:defRPr>
            </a:pPr>
            <a:r>
              <a:rPr sz="1350" b="0" i="0">
                <a:solidFill>
                  <a:srgbClr val="005293"/>
                </a:solidFill>
                <a:latin typeface="Arial"/>
                <a:ea typeface="Arial"/>
                <a:cs typeface="Arial"/>
              </a:rPr>
              <a:t>MuJoCo model</a:t>
            </a:r>
          </a:p>
          <a:p xmlns:a="http://schemas.openxmlformats.org/drawingml/2006/main">
            <a:pPr marL="155448" indent="-155448" algn="l">
              <a:lnSpc>
                <a:spcPct val="104000"/>
              </a:lnSpc>
              <a:spcBef>
                <a:spcPts val="300"/>
              </a:spcBef>
              <a:buNone/>
              <a:defRPr sz="1350" b="0">
                <a:solidFill>
                  <a:srgbClr val="005293"/>
                </a:solidFill>
                <a:latin typeface="Arial"/>
                <a:ea typeface="Arial"/>
                <a:cs typeface="Arial"/>
              </a:defRPr>
            </a:pPr>
            <a:r>
              <a:rPr sz="1350" b="0" i="0">
                <a:solidFill>
                  <a:srgbClr val="005293"/>
                </a:solidFill>
                <a:latin typeface="Arial"/>
                <a:ea typeface="Arial"/>
                <a:cs typeface="Arial"/>
              </a:rPr>
              <a:t>Base runtime</a:t>
            </a:r>
          </a:p>
          <a:p xmlns:a="http://schemas.openxmlformats.org/drawingml/2006/main">
            <a:pPr marL="155448" indent="-155448" algn="l">
              <a:lnSpc>
                <a:spcPct val="104000"/>
              </a:lnSpc>
              <a:spcBef>
                <a:spcPts val="300"/>
              </a:spcBef>
              <a:buNone/>
              <a:defRPr sz="1350" b="0">
                <a:solidFill>
                  <a:srgbClr val="005293"/>
                </a:solidFill>
                <a:latin typeface="Arial"/>
                <a:ea typeface="Arial"/>
                <a:cs typeface="Arial"/>
              </a:defRPr>
            </a:pPr>
            <a:r>
              <a:rPr sz="1350" b="0" i="0">
                <a:solidFill>
                  <a:srgbClr val="005293"/>
                </a:solidFill>
                <a:latin typeface="Arial"/>
                <a:ea typeface="Arial"/>
                <a:cs typeface="Arial"/>
              </a:rPr>
              <a:t>Motion recordings</a:t>
            </a:r>
          </a:p>
        </p:txBody>
      </p:sp>
      <p:sp>
        <p:nvSpPr>
          <p:cNvPr id="7" name="Rounded Rectangle 6">
            <a:extLst xmlns:a="http://schemas.openxmlformats.org/drawingml/2006/main">
              <a:ext uri="{FF2B5EF4-FFF2-40B4-BE49-F238E27FC236}">
                <a16:creationId xmlns:a16="http://schemas.microsoft.com/office/drawing/2014/main" id="{BF9BDC2E-F697-45E6-B5CC-4D0B3519C4FA}"/>
              </a:ext>
            </a:extLst>
          </p:cNvPr>
          <p:cNvSpPr>
            <a:spLocks xmlns:a="http://schemas.openxmlformats.org/drawingml/2006/main" noGrp="1"/>
          </p:cNvSpPr>
          <p:nvPr/>
        </p:nvSpPr>
        <p:spPr>
          <a:xfrm xmlns:a="http://schemas.openxmlformats.org/drawingml/2006/main">
            <a:off x="3249168" y="1649198"/>
            <a:ext cx="2654808" cy="2011680"/>
          </a:xfrm>
          <a:prstGeom xmlns:a="http://schemas.openxmlformats.org/drawingml/2006/main" prst="roundRect">
            <a:avLst>
              <a:gd name="adj" fmla="val 5500"/>
            </a:avLst>
          </a:prstGeom>
          <a:solidFill xmlns:a="http://schemas.openxmlformats.org/drawingml/2006/main">
            <a:srgbClr val="FFFFFF"/>
          </a:solidFill>
          <a:ln xmlns:a="http://schemas.openxmlformats.org/drawingml/2006/main">
            <a:noFill/>
          </a:ln>
          <a:effectLst xmlns:a="http://schemas.openxmlformats.org/drawingml/2006/main">
            <a:outerShdw blurRad="91440" dist="32004" dir="5400000" rotWithShape="0">
              <a:srgbClr val="7A8CA0">
                <a:alpha val="26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82880" tIns="155448" rIns="146304" bIns="109728" anchor="t">
            <a:noAutofit/>
          </a:bodyPr>
          <a:lstStyle xmlns:a="http://schemas.openxmlformats.org/drawingml/2006/main"/>
          <a:p xmlns:a="http://schemas.openxmlformats.org/drawingml/2006/main">
            <a:pPr algn="l">
              <a:buNone/>
              <a:defRPr sz="1350" b="0">
                <a:solidFill>
                  <a:srgbClr val="005293"/>
                </a:solidFill>
                <a:latin typeface="Arial"/>
                <a:ea typeface="Arial"/>
                <a:cs typeface="Arial"/>
              </a:defRPr>
            </a:pPr>
            <a:r>
              <a:rPr sz="1350" b="0" i="0">
                <a:solidFill>
                  <a:srgbClr val="005293"/>
                </a:solidFill>
                <a:latin typeface="Arial"/>
                <a:ea typeface="Arial"/>
                <a:cs typeface="Arial"/>
              </a:rPr>
              <a:t>02</a:t>
            </a:r>
          </a:p>
          <a:p xmlns:a="http://schemas.openxmlformats.org/drawingml/2006/main">
            <a:pPr algn="l">
              <a:spcBef>
                <a:spcPts val="300"/>
              </a:spcBef>
              <a:buNone/>
              <a:defRPr sz="1350" b="0">
                <a:solidFill>
                  <a:srgbClr val="005293"/>
                </a:solidFill>
                <a:latin typeface="Arial"/>
                <a:ea typeface="Arial"/>
                <a:cs typeface="Arial"/>
              </a:defRPr>
            </a:pPr>
            <a:r>
              <a:rPr sz="1350" b="0" i="0">
                <a:solidFill>
                  <a:srgbClr val="005293"/>
                </a:solidFill>
                <a:latin typeface="Arial"/>
                <a:ea typeface="Arial"/>
                <a:cs typeface="Arial"/>
              </a:rPr>
              <a:t>Our engineering</a:t>
            </a:r>
          </a:p>
          <a:p xmlns:a="http://schemas.openxmlformats.org/drawingml/2006/main">
            <a:pPr marL="155448" indent="-155448" algn="l">
              <a:lnSpc>
                <a:spcPct val="104000"/>
              </a:lnSpc>
              <a:spcBef>
                <a:spcPts val="700"/>
              </a:spcBef>
              <a:buNone/>
              <a:defRPr sz="1350" b="0">
                <a:solidFill>
                  <a:srgbClr val="005293"/>
                </a:solidFill>
                <a:latin typeface="Arial"/>
                <a:ea typeface="Arial"/>
                <a:cs typeface="Arial"/>
              </a:defRPr>
            </a:pPr>
            <a:r>
              <a:rPr sz="1350" b="0" i="0">
                <a:solidFill>
                  <a:srgbClr val="005293"/>
                </a:solidFill>
                <a:latin typeface="Arial"/>
                <a:ea typeface="Arial"/>
                <a:cs typeface="Arial"/>
              </a:rPr>
              <a:t>Jetson deployment</a:t>
            </a:r>
          </a:p>
          <a:p xmlns:a="http://schemas.openxmlformats.org/drawingml/2006/main">
            <a:pPr marL="155448" indent="-155448" algn="l">
              <a:lnSpc>
                <a:spcPct val="104000"/>
              </a:lnSpc>
              <a:spcBef>
                <a:spcPts val="300"/>
              </a:spcBef>
              <a:buNone/>
              <a:defRPr sz="1350" b="0">
                <a:solidFill>
                  <a:srgbClr val="005293"/>
                </a:solidFill>
                <a:latin typeface="Arial"/>
                <a:ea typeface="Arial"/>
                <a:cs typeface="Arial"/>
              </a:defRPr>
            </a:pPr>
            <a:r>
              <a:rPr sz="1350" b="0" i="0">
                <a:solidFill>
                  <a:srgbClr val="005293"/>
                </a:solidFill>
                <a:latin typeface="Arial"/>
                <a:ea typeface="Arial"/>
                <a:cs typeface="Arial"/>
              </a:rPr>
              <a:t>Replacement base design</a:t>
            </a:r>
          </a:p>
          <a:p xmlns:a="http://schemas.openxmlformats.org/drawingml/2006/main">
            <a:pPr marL="155448" indent="-155448" algn="l">
              <a:lnSpc>
                <a:spcPct val="104000"/>
              </a:lnSpc>
              <a:spcBef>
                <a:spcPts val="300"/>
              </a:spcBef>
              <a:buNone/>
              <a:defRPr sz="1350" b="0">
                <a:solidFill>
                  <a:srgbClr val="005293"/>
                </a:solidFill>
                <a:latin typeface="Arial"/>
                <a:ea typeface="Arial"/>
                <a:cs typeface="Arial"/>
              </a:defRPr>
            </a:pPr>
            <a:r>
              <a:rPr sz="1350" b="0" i="0">
                <a:solidFill>
                  <a:srgbClr val="005293"/>
                </a:solidFill>
                <a:latin typeface="Arial"/>
                <a:ea typeface="Arial"/>
                <a:cs typeface="Arial"/>
              </a:rPr>
              <a:t>Action control console</a:t>
            </a:r>
          </a:p>
          <a:p xmlns:a="http://schemas.openxmlformats.org/drawingml/2006/main">
            <a:pPr marL="155448" indent="-155448" algn="l">
              <a:lnSpc>
                <a:spcPct val="104000"/>
              </a:lnSpc>
              <a:spcBef>
                <a:spcPts val="300"/>
              </a:spcBef>
              <a:buNone/>
              <a:defRPr sz="1350" b="0">
                <a:solidFill>
                  <a:srgbClr val="005293"/>
                </a:solidFill>
                <a:latin typeface="Arial"/>
                <a:ea typeface="Arial"/>
                <a:cs typeface="Arial"/>
              </a:defRPr>
            </a:pPr>
            <a:r>
              <a:rPr sz="1350" b="0" i="0">
                <a:solidFill>
                  <a:srgbClr val="005293"/>
                </a:solidFill>
                <a:latin typeface="Arial"/>
                <a:ea typeface="Arial"/>
                <a:cs typeface="Arial"/>
              </a:rPr>
              <a:t>Home-relative playback</a:t>
            </a:r>
          </a:p>
        </p:txBody>
      </p:sp>
      <p:sp>
        <p:nvSpPr>
          <p:cNvPr id="8" name="Rounded Rectangle 7">
            <a:extLst xmlns:a="http://schemas.openxmlformats.org/drawingml/2006/main">
              <a:ext uri="{FF2B5EF4-FFF2-40B4-BE49-F238E27FC236}">
                <a16:creationId xmlns:a16="http://schemas.microsoft.com/office/drawing/2014/main" id="{6BF0D24A-F752-494F-9BF8-07D4E3A5C86E}"/>
              </a:ext>
            </a:extLst>
          </p:cNvPr>
          <p:cNvSpPr>
            <a:spLocks xmlns:a="http://schemas.openxmlformats.org/drawingml/2006/main" noGrp="1"/>
          </p:cNvSpPr>
          <p:nvPr/>
        </p:nvSpPr>
        <p:spPr>
          <a:xfrm xmlns:a="http://schemas.openxmlformats.org/drawingml/2006/main">
            <a:off x="6178296" y="1649198"/>
            <a:ext cx="2654808" cy="2011680"/>
          </a:xfrm>
          <a:prstGeom xmlns:a="http://schemas.openxmlformats.org/drawingml/2006/main" prst="roundRect">
            <a:avLst>
              <a:gd name="adj" fmla="val 5500"/>
            </a:avLst>
          </a:prstGeom>
          <a:solidFill xmlns:a="http://schemas.openxmlformats.org/drawingml/2006/main">
            <a:srgbClr val="FFFFFF"/>
          </a:solidFill>
          <a:ln xmlns:a="http://schemas.openxmlformats.org/drawingml/2006/main">
            <a:noFill/>
          </a:ln>
          <a:effectLst xmlns:a="http://schemas.openxmlformats.org/drawingml/2006/main">
            <a:outerShdw blurRad="91440" dist="32004" dir="5400000" rotWithShape="0">
              <a:srgbClr val="7A8CA0">
                <a:alpha val="26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82880" tIns="155448" rIns="146304" bIns="109728" anchor="t">
            <a:noAutofit/>
          </a:bodyPr>
          <a:lstStyle xmlns:a="http://schemas.openxmlformats.org/drawingml/2006/main"/>
          <a:p xmlns:a="http://schemas.openxmlformats.org/drawingml/2006/main">
            <a:pPr algn="l">
              <a:buNone/>
              <a:defRPr sz="1350" b="0">
                <a:solidFill>
                  <a:srgbClr val="005293"/>
                </a:solidFill>
                <a:latin typeface="Arial"/>
                <a:ea typeface="Arial"/>
                <a:cs typeface="Arial"/>
              </a:defRPr>
            </a:pPr>
            <a:r>
              <a:rPr sz="1350" b="0" i="0">
                <a:solidFill>
                  <a:srgbClr val="005293"/>
                </a:solidFill>
                <a:latin typeface="Arial"/>
                <a:ea typeface="Arial"/>
                <a:cs typeface="Arial"/>
              </a:rPr>
              <a:t>03</a:t>
            </a:r>
          </a:p>
          <a:p xmlns:a="http://schemas.openxmlformats.org/drawingml/2006/main">
            <a:pPr algn="l">
              <a:spcBef>
                <a:spcPts val="300"/>
              </a:spcBef>
              <a:buNone/>
              <a:defRPr sz="1350" b="0">
                <a:solidFill>
                  <a:srgbClr val="005293"/>
                </a:solidFill>
                <a:latin typeface="Arial"/>
                <a:ea typeface="Arial"/>
                <a:cs typeface="Arial"/>
              </a:defRPr>
            </a:pPr>
            <a:r>
              <a:rPr sz="1350" b="0" i="0">
                <a:solidFill>
                  <a:srgbClr val="005293"/>
                </a:solidFill>
                <a:latin typeface="Arial"/>
                <a:ea typeface="Arial"/>
                <a:cs typeface="Arial"/>
              </a:rPr>
              <a:t>Demonstrated</a:t>
            </a:r>
          </a:p>
          <a:p xmlns:a="http://schemas.openxmlformats.org/drawingml/2006/main">
            <a:pPr marL="155448" indent="-155448" algn="l">
              <a:lnSpc>
                <a:spcPct val="104000"/>
              </a:lnSpc>
              <a:spcBef>
                <a:spcPts val="700"/>
              </a:spcBef>
              <a:buNone/>
              <a:defRPr sz="1350" b="0">
                <a:solidFill>
                  <a:srgbClr val="005293"/>
                </a:solidFill>
                <a:latin typeface="Arial"/>
                <a:ea typeface="Arial"/>
                <a:cs typeface="Arial"/>
              </a:defRPr>
            </a:pPr>
            <a:r>
              <a:rPr sz="1350" b="0" i="0">
                <a:solidFill>
                  <a:srgbClr val="005293"/>
                </a:solidFill>
                <a:latin typeface="Arial"/>
                <a:ea typeface="Arial"/>
                <a:cs typeface="Arial"/>
              </a:rPr>
              <a:t>Physical lamp movements</a:t>
            </a:r>
          </a:p>
          <a:p xmlns:a="http://schemas.openxmlformats.org/drawingml/2006/main">
            <a:pPr marL="155448" indent="-155448" algn="l">
              <a:lnSpc>
                <a:spcPct val="104000"/>
              </a:lnSpc>
              <a:spcBef>
                <a:spcPts val="300"/>
              </a:spcBef>
              <a:buNone/>
              <a:defRPr sz="1350" b="0">
                <a:solidFill>
                  <a:srgbClr val="005293"/>
                </a:solidFill>
                <a:latin typeface="Arial"/>
                <a:ea typeface="Arial"/>
                <a:cs typeface="Arial"/>
              </a:defRPr>
            </a:pPr>
            <a:r>
              <a:rPr sz="1350" b="0" i="0">
                <a:solidFill>
                  <a:srgbClr val="005293"/>
                </a:solidFill>
                <a:latin typeface="Arial"/>
                <a:ea typeface="Arial"/>
                <a:cs typeface="Arial"/>
              </a:rPr>
              <a:t>Saved home and poses</a:t>
            </a:r>
          </a:p>
          <a:p xmlns:a="http://schemas.openxmlformats.org/drawingml/2006/main">
            <a:pPr marL="155448" indent="-155448" algn="l">
              <a:lnSpc>
                <a:spcPct val="104000"/>
              </a:lnSpc>
              <a:spcBef>
                <a:spcPts val="300"/>
              </a:spcBef>
              <a:buNone/>
              <a:defRPr sz="1350" b="0">
                <a:solidFill>
                  <a:srgbClr val="005293"/>
                </a:solidFill>
                <a:latin typeface="Arial"/>
                <a:ea typeface="Arial"/>
                <a:cs typeface="Arial"/>
              </a:defRPr>
            </a:pPr>
            <a:r>
              <a:rPr sz="1350" b="0" i="0">
                <a:solidFill>
                  <a:srgbClr val="005293"/>
                </a:solidFill>
                <a:latin typeface="Arial"/>
                <a:ea typeface="Arial"/>
                <a:cs typeface="Arial"/>
              </a:rPr>
              <a:t>Operator-triggered actions</a:t>
            </a:r>
          </a:p>
        </p:txBody>
      </p:sp>
      <p:sp>
        <p:nvSpPr>
          <p:cNvPr id="9" name="Rounded Rectangle 8">
            <a:extLst xmlns:a="http://schemas.openxmlformats.org/drawingml/2006/main">
              <a:ext uri="{FF2B5EF4-FFF2-40B4-BE49-F238E27FC236}">
                <a16:creationId xmlns:a16="http://schemas.microsoft.com/office/drawing/2014/main" id="{A144B95E-C1AE-4DEC-BC58-708A0AEA8410}"/>
              </a:ext>
            </a:extLst>
          </p:cNvPr>
          <p:cNvSpPr>
            <a:spLocks xmlns:a="http://schemas.openxmlformats.org/drawingml/2006/main" noGrp="1"/>
          </p:cNvSpPr>
          <p:nvPr/>
        </p:nvSpPr>
        <p:spPr>
          <a:xfrm xmlns:a="http://schemas.openxmlformats.org/drawingml/2006/main">
            <a:off x="310896" y="4079863"/>
            <a:ext cx="8513064" cy="402336"/>
          </a:xfrm>
          <a:prstGeom xmlns:a="http://schemas.openxmlformats.org/drawingml/2006/main" prst="roundRect">
            <a:avLst/>
          </a:prstGeom>
          <a:solidFill xmlns:a="http://schemas.openxmlformats.org/drawingml/2006/main">
            <a:srgbClr val="EEF3F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09728" tIns="18288" rIns="109728" bIns="18288" anchor="ctr"/>
          <a:lstStyle xmlns:a="http://schemas.openxmlformats.org/drawingml/2006/main"/>
          <a:p xmlns:a="http://schemas.openxmlformats.org/drawingml/2006/main">
            <a:pPr algn="ctr">
              <a:buNone/>
            </a:pPr>
            <a:r>
              <a:rPr sz="1600" b="1">
                <a:solidFill>
                  <a:srgbClr val="005293"/>
                </a:solidFill>
                <a:latin typeface="Arial"/>
                <a:ea typeface="Arial"/>
                <a:cs typeface="Arial"/>
              </a:rPr>
              <a:t>LeLamp</a:t>
            </a:r>
            <a:r>
              <a:rPr sz="1600" b="1">
                <a:solidFill>
                  <a:srgbClr val="005293"/>
                </a:solidFill>
                <a:latin typeface="Arial"/>
                <a:ea typeface="Arial"/>
                <a:cs typeface="Arial"/>
              </a:rPr>
              <a:t> (Human Computer Lab): an open-source expressive robot lamp</a:t>
            </a:r>
            <a:r>
              <a:rPr sz="1600" b="1">
                <a:solidFill>
                  <a:srgbClr val="005293"/>
                </a:solidFill>
                <a:latin typeface="Arial"/>
                <a:ea typeface="Arial"/>
                <a:cs typeface="Arial"/>
              </a:rPr>
              <a:t>.</a:t>
            </a:r>
            <a:endParaRPr sz="1600" b="1">
              <a:solidFill>
                <a:srgbClr val="005293"/>
              </a:solidFill>
              <a:latin typeface="Arial"/>
              <a:ea typeface="Arial"/>
              <a:cs typeface="Arial"/>
            </a:endParaRPr>
          </a:p>
        </p:txBody>
      </p:sp>
    </p:spTree>
    <p:extLst>
      <p:ext uri="{BB962C8B-B14F-4D97-AF65-F5344CB8AC3E}">
        <p14:creationId xmlns:p14="http://schemas.microsoft.com/office/powerpoint/2010/main" val="61710007"/>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58B9939F-03E8-4CB6-AF6D-04CE3D9E7F5A}"/>
              </a:ext>
            </a:extLst>
          </p:cNvPr>
          <p:cNvSpPr>
            <a:spLocks xmlns:a="http://schemas.openxmlformats.org/drawingml/2006/main" noGrp="1"/>
          </p:cNvSpPr>
          <p:nvPr/>
        </p:nvSpPr>
        <p:spPr>
          <a:xfrm xmlns:a="http://schemas.openxmlformats.org/drawingml/2006/main">
            <a:off x="8138160" y="4855464"/>
            <a:ext cx="685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r">
              <a:buNone/>
            </a:pPr>
            <a:r>
              <a:rPr sz="900" b="0" i="0">
                <a:solidFill>
                  <a:srgbClr val="64A0C8"/>
                </a:solidFill>
                <a:latin typeface="Arial"/>
                <a:ea typeface="Arial"/>
                <a:cs typeface="Arial"/>
              </a:rPr>
              <a:t>4</a:t>
            </a:r>
          </a:p>
        </p:txBody>
      </p:sp>
      <p:sp>
        <p:nvSpPr>
          <p:cNvPr id="3" name="TextBox 2">
            <a:extLst xmlns:a="http://schemas.openxmlformats.org/drawingml/2006/main">
              <a:ext uri="{FF2B5EF4-FFF2-40B4-BE49-F238E27FC236}">
                <a16:creationId xmlns:a16="http://schemas.microsoft.com/office/drawing/2014/main" id="{365AB156-A67E-43FC-AC73-4665EDBDD250}"/>
              </a:ext>
            </a:extLst>
          </p:cNvPr>
          <p:cNvSpPr>
            <a:spLocks xmlns:a="http://schemas.openxmlformats.org/drawingml/2006/main" noGrp="1"/>
          </p:cNvSpPr>
          <p:nvPr/>
        </p:nvSpPr>
        <p:spPr>
          <a:xfrm xmlns:a="http://schemas.openxmlformats.org/drawingml/2006/main">
            <a:off x="320040" y="457200"/>
            <a:ext cx="7635240" cy="43815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nSpc>
                <a:spcPct val="100000"/>
              </a:lnSpc>
              <a:buNone/>
            </a:pPr>
            <a:r>
              <a:rPr sz="2500" b="1" i="0">
                <a:solidFill>
                  <a:srgbClr val="1A1A1A"/>
                </a:solidFill>
                <a:latin typeface="Arial"/>
                <a:ea typeface="Arial"/>
                <a:cs typeface="Arial"/>
              </a:rPr>
              <a:t>Reachability analysis</a:t>
            </a:r>
          </a:p>
        </p:txBody>
      </p:sp>
      <p:sp>
        <p:nvSpPr>
          <p:cNvPr id="4" name="TextBox 3">
            <a:extLst xmlns:a="http://schemas.openxmlformats.org/drawingml/2006/main">
              <a:ext uri="{FF2B5EF4-FFF2-40B4-BE49-F238E27FC236}">
                <a16:creationId xmlns:a16="http://schemas.microsoft.com/office/drawing/2014/main" id="{6CD0AB48-0952-44E6-8255-8949019D4F84}"/>
              </a:ext>
            </a:extLst>
          </p:cNvPr>
          <p:cNvSpPr>
            <a:spLocks xmlns:a="http://schemas.openxmlformats.org/drawingml/2006/main" noGrp="1"/>
          </p:cNvSpPr>
          <p:nvPr/>
        </p:nvSpPr>
        <p:spPr>
          <a:xfrm xmlns:a="http://schemas.openxmlformats.org/drawingml/2006/main">
            <a:off x="320040" y="914404"/>
            <a:ext cx="8513064"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05293"/>
                </a:solidFill>
                <a:latin typeface="Arial"/>
                <a:ea typeface="Arial"/>
                <a:cs typeface="Arial"/>
              </a:defRPr>
            </a:pPr>
            <a:r>
              <a:rPr sz="1350" b="1" i="0">
                <a:solidFill>
                  <a:srgbClr val="005293"/>
                </a:solidFill>
                <a:latin typeface="Arial"/>
                <a:ea typeface="Arial"/>
                <a:cs typeface="Arial"/>
              </a:rPr>
              <a:t>Joint ranges and forward kinematics guide workspace inspection</a:t>
            </a:r>
          </a:p>
        </p:txBody>
      </p:sp>
      <p:pic>
        <p:nvPicPr>
          <p:cNvPr id="12" name="Picture 4"/>
          <p:cNvPicPr>
            <a:picLocks xmlns:a="http://schemas.openxmlformats.org/drawingml/2006/main" noChangeAspect="1"/>
          </p:cNvPicPr>
          <p:nvPr/>
        </p:nvPicPr>
        <p:blipFill>
          <a:blip xmlns:r="http://schemas.openxmlformats.org/officeDocument/2006/relationships" xmlns:a="http://schemas.openxmlformats.org/drawingml/2006/main" r:embed="Reb88c83604204c4b"/>
          <a:stretch xmlns:a="http://schemas.openxmlformats.org/drawingml/2006/main"/>
        </p:blipFill>
        <p:spPr>
          <a:xfrm xmlns:a="http://schemas.openxmlformats.org/drawingml/2006/main">
            <a:off x="621102" y="1360207"/>
            <a:ext cx="7880581" cy="2561189"/>
          </a:xfrm>
          <a:prstGeom xmlns:a="http://schemas.openxmlformats.org/drawingml/2006/main" prst="rect">
            <a:avLst/>
          </a:prstGeom>
        </p:spPr>
      </p:pic>
      <p:sp>
        <p:nvSpPr>
          <p:cNvPr id="6" name="TextBox 5">
            <a:extLst xmlns:a="http://schemas.openxmlformats.org/drawingml/2006/main">
              <a:ext uri="{FF2B5EF4-FFF2-40B4-BE49-F238E27FC236}">
                <a16:creationId xmlns:a16="http://schemas.microsoft.com/office/drawing/2014/main" id="{7F2BFFDF-F2D0-4FE0-9DF6-827B269BE200}"/>
              </a:ext>
            </a:extLst>
          </p:cNvPr>
          <p:cNvSpPr>
            <a:spLocks xmlns:a="http://schemas.openxmlformats.org/drawingml/2006/main" noGrp="1"/>
          </p:cNvSpPr>
          <p:nvPr/>
        </p:nvSpPr>
        <p:spPr>
          <a:xfrm xmlns:a="http://schemas.openxmlformats.org/drawingml/2006/main">
            <a:off x="320040" y="4128429"/>
            <a:ext cx="8513064" cy="15388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975" b="0">
                <a:solidFill>
                  <a:srgbClr val="555555"/>
                </a:solidFill>
                <a:latin typeface="Arial"/>
                <a:ea typeface="Arial"/>
                <a:cs typeface="Arial"/>
              </a:defRPr>
            </a:pPr>
            <a:r>
              <a:rPr sz="975" b="0" i="1">
                <a:solidFill>
                  <a:srgbClr val="555555"/>
                </a:solidFill>
                <a:latin typeface="Arial"/>
                <a:ea typeface="Arial"/>
                <a:cs typeface="Arial"/>
              </a:rPr>
              <a:t>Method illustration based on the LeLamp model. No certified workspace boundary.</a:t>
            </a:r>
          </a:p>
        </p:txBody>
      </p:sp>
      <p:sp>
        <p:nvSpPr>
          <p:cNvPr id="7" name="Rounded Rectangle 6">
            <a:extLst xmlns:a="http://schemas.openxmlformats.org/drawingml/2006/main">
              <a:ext uri="{FF2B5EF4-FFF2-40B4-BE49-F238E27FC236}">
                <a16:creationId xmlns:a16="http://schemas.microsoft.com/office/drawing/2014/main" id="{F9416167-721C-43CD-9847-CC5DF77860C2}"/>
              </a:ext>
            </a:extLst>
          </p:cNvPr>
          <p:cNvSpPr>
            <a:spLocks xmlns:a="http://schemas.openxmlformats.org/drawingml/2006/main" noGrp="1"/>
          </p:cNvSpPr>
          <p:nvPr/>
        </p:nvSpPr>
        <p:spPr>
          <a:xfrm xmlns:a="http://schemas.openxmlformats.org/drawingml/2006/main">
            <a:off x="320040" y="4443984"/>
            <a:ext cx="8513064" cy="402336"/>
          </a:xfrm>
          <a:prstGeom xmlns:a="http://schemas.openxmlformats.org/drawingml/2006/main" prst="roundRect">
            <a:avLst/>
          </a:prstGeom>
          <a:solidFill xmlns:a="http://schemas.openxmlformats.org/drawingml/2006/main">
            <a:srgbClr val="EEF3F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09728" tIns="18288" rIns="109728" bIns="18288" anchor="ctr">
            <a:noAutofit/>
          </a:bodyPr>
          <a:lstStyle xmlns:a="http://schemas.openxmlformats.org/drawingml/2006/main"/>
          <a:p xmlns:a="http://schemas.openxmlformats.org/drawingml/2006/main">
            <a:pPr algn="ctr">
              <a:buNone/>
              <a:defRPr sz="1200" b="0">
                <a:solidFill>
                  <a:srgbClr val="005293"/>
                </a:solidFill>
                <a:latin typeface="Arial"/>
                <a:ea typeface="Arial"/>
                <a:cs typeface="Arial"/>
              </a:defRPr>
            </a:pPr>
            <a:r>
              <a:rPr sz="1200" b="0" i="0">
                <a:solidFill>
                  <a:srgbClr val="005293"/>
                </a:solidFill>
                <a:latin typeface="Arial"/>
                <a:ea typeface="Arial"/>
                <a:cs typeface="Arial"/>
              </a:rPr>
              <a:t>Model sampling does not prove collision-free physical motion.</a:t>
            </a:r>
          </a:p>
        </p:txBody>
      </p:sp>
    </p:spTree>
    <p:extLst>
      <p:ext uri="{BB962C8B-B14F-4D97-AF65-F5344CB8AC3E}">
        <p14:creationId xmlns:p14="http://schemas.microsoft.com/office/powerpoint/2010/main" val="206594392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B3157CCB-2257-4870-A821-F2C9260AF131}"/>
              </a:ext>
            </a:extLst>
          </p:cNvPr>
          <p:cNvSpPr>
            <a:spLocks xmlns:a="http://schemas.openxmlformats.org/drawingml/2006/main" noGrp="1"/>
          </p:cNvSpPr>
          <p:nvPr/>
        </p:nvSpPr>
        <p:spPr>
          <a:xfrm xmlns:a="http://schemas.openxmlformats.org/drawingml/2006/main">
            <a:off x="8138160" y="4855464"/>
            <a:ext cx="685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r">
              <a:buNone/>
            </a:pPr>
            <a:r>
              <a:rPr sz="900" b="0" i="0">
                <a:solidFill>
                  <a:srgbClr val="64A0C8"/>
                </a:solidFill>
                <a:latin typeface="Arial"/>
                <a:ea typeface="Arial"/>
                <a:cs typeface="Arial"/>
              </a:rPr>
              <a:t>5</a:t>
            </a:r>
          </a:p>
        </p:txBody>
      </p:sp>
      <p:sp>
        <p:nvSpPr>
          <p:cNvPr id="3" name="TextBox 2">
            <a:extLst xmlns:a="http://schemas.openxmlformats.org/drawingml/2006/main">
              <a:ext uri="{FF2B5EF4-FFF2-40B4-BE49-F238E27FC236}">
                <a16:creationId xmlns:a16="http://schemas.microsoft.com/office/drawing/2014/main" id="{50E9358A-2293-4F78-A75E-780861F656E8}"/>
              </a:ext>
            </a:extLst>
          </p:cNvPr>
          <p:cNvSpPr>
            <a:spLocks xmlns:a="http://schemas.openxmlformats.org/drawingml/2006/main" noGrp="1"/>
          </p:cNvSpPr>
          <p:nvPr/>
        </p:nvSpPr>
        <p:spPr>
          <a:xfrm xmlns:a="http://schemas.openxmlformats.org/drawingml/2006/main">
            <a:off x="320040" y="457200"/>
            <a:ext cx="7635240" cy="4381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buNone/>
              <a:defRPr sz="2250" b="1">
                <a:solidFill>
                  <a:srgbClr val="222222"/>
                </a:solidFill>
                <a:latin typeface="Arial"/>
                <a:ea typeface="Arial"/>
                <a:cs typeface="Arial"/>
              </a:defRPr>
            </a:pPr>
            <a:r>
              <a:rPr sz="2250" b="1" i="0">
                <a:solidFill>
                  <a:srgbClr val="222222"/>
                </a:solidFill>
                <a:latin typeface="Arial"/>
                <a:ea typeface="Arial"/>
                <a:cs typeface="Arial"/>
              </a:rPr>
              <a:t>Motion constraints</a:t>
            </a:r>
          </a:p>
        </p:txBody>
      </p:sp>
      <p:sp>
        <p:nvSpPr>
          <p:cNvPr id="4" name="TextBox 3">
            <a:extLst xmlns:a="http://schemas.openxmlformats.org/drawingml/2006/main">
              <a:ext uri="{FF2B5EF4-FFF2-40B4-BE49-F238E27FC236}">
                <a16:creationId xmlns:a16="http://schemas.microsoft.com/office/drawing/2014/main" id="{2423E5C5-33CB-49C8-8076-C955D4B0347A}"/>
              </a:ext>
            </a:extLst>
          </p:cNvPr>
          <p:cNvSpPr>
            <a:spLocks xmlns:a="http://schemas.openxmlformats.org/drawingml/2006/main" noGrp="1"/>
          </p:cNvSpPr>
          <p:nvPr/>
        </p:nvSpPr>
        <p:spPr>
          <a:xfrm xmlns:a="http://schemas.openxmlformats.org/drawingml/2006/main">
            <a:off x="320040" y="992043"/>
            <a:ext cx="8513064"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05293"/>
                </a:solidFill>
                <a:latin typeface="Arial"/>
                <a:ea typeface="Arial"/>
                <a:cs typeface="Arial"/>
              </a:defRPr>
            </a:pPr>
            <a:r>
              <a:rPr sz="1350" b="1" i="0">
                <a:solidFill>
                  <a:srgbClr val="005293"/>
                </a:solidFill>
                <a:latin typeface="Arial"/>
                <a:ea typeface="Arial"/>
                <a:cs typeface="Arial"/>
              </a:rPr>
              <a:t>Calibration, bounded targets and explicit motor enable</a:t>
            </a:r>
          </a:p>
        </p:txBody>
      </p:sp>
      <p:pic>
        <p:nvPicPr>
          <p:cNvPr id="13" name="Picture 4"/>
          <p:cNvPicPr>
            <a:picLocks xmlns:a="http://schemas.openxmlformats.org/drawingml/2006/main" noChangeAspect="1"/>
          </p:cNvPicPr>
          <p:nvPr/>
        </p:nvPicPr>
        <p:blipFill>
          <a:blip xmlns:r="http://schemas.openxmlformats.org/officeDocument/2006/relationships" xmlns:a="http://schemas.openxmlformats.org/drawingml/2006/main" r:embed="Rdffee8543f574fdc"/>
          <a:stretch xmlns:a="http://schemas.openxmlformats.org/drawingml/2006/main"/>
        </p:blipFill>
        <p:spPr>
          <a:xfrm xmlns:a="http://schemas.openxmlformats.org/drawingml/2006/main">
            <a:off x="1236920" y="1401461"/>
            <a:ext cx="7036307" cy="2198846"/>
          </a:xfrm>
          <a:prstGeom xmlns:a="http://schemas.openxmlformats.org/drawingml/2006/main" prst="rect">
            <a:avLst/>
          </a:prstGeom>
        </p:spPr>
      </p:pic>
      <p:sp>
        <p:nvSpPr>
          <p:cNvPr id="6" name="TextBox 5">
            <a:extLst xmlns:a="http://schemas.openxmlformats.org/drawingml/2006/main">
              <a:ext uri="{FF2B5EF4-FFF2-40B4-BE49-F238E27FC236}">
                <a16:creationId xmlns:a16="http://schemas.microsoft.com/office/drawing/2014/main" id="{6E217860-239C-4BA9-B1CC-D69B817576D7}"/>
              </a:ext>
            </a:extLst>
          </p:cNvPr>
          <p:cNvSpPr>
            <a:spLocks xmlns:a="http://schemas.openxmlformats.org/drawingml/2006/main" noGrp="1"/>
          </p:cNvSpPr>
          <p:nvPr/>
        </p:nvSpPr>
        <p:spPr>
          <a:xfrm xmlns:a="http://schemas.openxmlformats.org/drawingml/2006/main">
            <a:off x="320040" y="3630168"/>
            <a:ext cx="8513064" cy="15388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975" b="0">
                <a:solidFill>
                  <a:srgbClr val="555555"/>
                </a:solidFill>
                <a:latin typeface="Arial"/>
                <a:ea typeface="Arial"/>
                <a:cs typeface="Arial"/>
              </a:defRPr>
            </a:pPr>
            <a:r>
              <a:rPr sz="975" b="0" i="1">
                <a:solidFill>
                  <a:srgbClr val="555555"/>
                </a:solidFill>
                <a:latin typeface="Arial"/>
                <a:ea typeface="Arial"/>
                <a:cs typeface="Arial"/>
              </a:rPr>
              <a:t>CSV targets use normalized units [-100, 100], not degrees.</a:t>
            </a:r>
          </a:p>
        </p:txBody>
      </p:sp>
      <p:sp>
        <p:nvSpPr>
          <p:cNvPr id="7" name="TextBox 6">
            <a:extLst xmlns:a="http://schemas.openxmlformats.org/drawingml/2006/main">
              <a:ext uri="{FF2B5EF4-FFF2-40B4-BE49-F238E27FC236}">
                <a16:creationId xmlns:a16="http://schemas.microsoft.com/office/drawing/2014/main" id="{71A1A0C6-1713-401C-AAB8-19ECD7AAC415}"/>
              </a:ext>
            </a:extLst>
          </p:cNvPr>
          <p:cNvSpPr>
            <a:spLocks xmlns:a="http://schemas.openxmlformats.org/drawingml/2006/main" noGrp="1"/>
          </p:cNvSpPr>
          <p:nvPr/>
        </p:nvSpPr>
        <p:spPr>
          <a:xfrm xmlns:a="http://schemas.openxmlformats.org/drawingml/2006/main">
            <a:off x="320040" y="3895725"/>
            <a:ext cx="8505825" cy="60007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237744" indent="-237744">
              <a:lnSpc>
                <a:spcPct val="110000"/>
              </a:lnSpc>
              <a:spcAft>
                <a:spcPts val="900"/>
              </a:spcAft>
              <a:buNone/>
              <a:defRPr sz="1275" b="0">
                <a:solidFill>
                  <a:srgbClr val="222222"/>
                </a:solidFill>
                <a:latin typeface="Arial"/>
                <a:ea typeface="Arial"/>
                <a:cs typeface="Arial"/>
              </a:defRPr>
            </a:pPr>
            <a:r>
              <a:rPr sz="1275" b="0" i="0">
                <a:solidFill>
                  <a:srgbClr val="222222"/>
                </a:solidFill>
                <a:latin typeface="Arial"/>
                <a:ea typeface="Arial"/>
                <a:cs typeface="Arial"/>
              </a:rPr>
              <a:t>Stop reads the current position and holds it. Release switches torque off.</a:t>
            </a:r>
          </a:p>
          <a:p xmlns:a="http://schemas.openxmlformats.org/drawingml/2006/main">
            <a:pPr marL="237744" indent="-237744">
              <a:lnSpc>
                <a:spcPct val="110000"/>
              </a:lnSpc>
              <a:spcAft>
                <a:spcPts val="900"/>
              </a:spcAft>
              <a:buNone/>
              <a:defRPr sz="1275" b="0">
                <a:solidFill>
                  <a:srgbClr val="222222"/>
                </a:solidFill>
                <a:latin typeface="Arial"/>
                <a:ea typeface="Arial"/>
                <a:cs typeface="Arial"/>
              </a:defRPr>
            </a:pPr>
            <a:r>
              <a:rPr sz="1275" b="0" i="0">
                <a:solidFill>
                  <a:srgbClr val="222222"/>
                </a:solidFill>
                <a:latin typeface="Arial"/>
                <a:ea typeface="Arial"/>
                <a:cs typeface="Arial"/>
              </a:rPr>
              <a:t>Position and communication faults block playback until checked.</a:t>
            </a:r>
          </a:p>
        </p:txBody>
      </p:sp>
      <p:sp>
        <p:nvSpPr>
          <p:cNvPr id="8" name="Rounded Rectangle 7">
            <a:extLst xmlns:a="http://schemas.openxmlformats.org/drawingml/2006/main">
              <a:ext uri="{FF2B5EF4-FFF2-40B4-BE49-F238E27FC236}">
                <a16:creationId xmlns:a16="http://schemas.microsoft.com/office/drawing/2014/main" id="{8AC88C1D-FB30-44B6-A4AD-EC1C9F0ADA8A}"/>
              </a:ext>
            </a:extLst>
          </p:cNvPr>
          <p:cNvSpPr>
            <a:spLocks xmlns:a="http://schemas.openxmlformats.org/drawingml/2006/main" noGrp="1"/>
          </p:cNvSpPr>
          <p:nvPr/>
        </p:nvSpPr>
        <p:spPr>
          <a:xfrm xmlns:a="http://schemas.openxmlformats.org/drawingml/2006/main">
            <a:off x="320040" y="4552950"/>
            <a:ext cx="8505825" cy="304800"/>
          </a:xfrm>
          <a:prstGeom xmlns:a="http://schemas.openxmlformats.org/drawingml/2006/main" prst="roundRect">
            <a:avLst/>
          </a:prstGeom>
          <a:solidFill xmlns:a="http://schemas.openxmlformats.org/drawingml/2006/main">
            <a:srgbClr val="FCEFE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09728" tIns="18288" rIns="109728" bIns="18288" anchor="ctr">
            <a:noAutofit/>
          </a:bodyPr>
          <a:lstStyle xmlns:a="http://schemas.openxmlformats.org/drawingml/2006/main"/>
          <a:p xmlns:a="http://schemas.openxmlformats.org/drawingml/2006/main">
            <a:pPr algn="ctr">
              <a:buNone/>
              <a:defRPr sz="1200" b="0">
                <a:solidFill>
                  <a:srgbClr val="005293"/>
                </a:solidFill>
                <a:latin typeface="Arial"/>
                <a:ea typeface="Arial"/>
                <a:cs typeface="Arial"/>
              </a:defRPr>
            </a:pPr>
            <a:r>
              <a:rPr sz="1200" b="0" i="0">
                <a:solidFill>
                  <a:srgbClr val="005293"/>
                </a:solidFill>
                <a:latin typeface="Arial"/>
                <a:ea typeface="Arial"/>
                <a:cs typeface="Arial"/>
              </a:rPr>
              <a:t>Runtime checks reduce risk. Physical safety still requires validation.</a:t>
            </a:r>
          </a:p>
        </p:txBody>
      </p:sp>
    </p:spTree>
    <p:extLst>
      <p:ext uri="{BB962C8B-B14F-4D97-AF65-F5344CB8AC3E}">
        <p14:creationId xmlns:p14="http://schemas.microsoft.com/office/powerpoint/2010/main" val="118942118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3" name="TextBox 2">
            <a:extLst xmlns:a="http://schemas.openxmlformats.org/drawingml/2006/main">
              <a:ext uri="{FF2B5EF4-FFF2-40B4-BE49-F238E27FC236}">
                <a16:creationId xmlns:a16="http://schemas.microsoft.com/office/drawing/2014/main" id="{F93F8871-7FE2-46A3-9723-F39879FBF23F}"/>
              </a:ext>
            </a:extLst>
          </p:cNvPr>
          <p:cNvSpPr>
            <a:spLocks xmlns:a="http://schemas.openxmlformats.org/drawingml/2006/main" noGrp="1"/>
          </p:cNvSpPr>
          <p:nvPr/>
        </p:nvSpPr>
        <p:spPr>
          <a:xfrm xmlns:a="http://schemas.openxmlformats.org/drawingml/2006/main">
            <a:off x="320040" y="457200"/>
            <a:ext cx="7635240" cy="4381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buNone/>
              <a:defRPr sz="2250" b="1">
                <a:solidFill>
                  <a:srgbClr val="222222"/>
                </a:solidFill>
                <a:latin typeface="Arial"/>
                <a:ea typeface="Arial"/>
                <a:cs typeface="Arial"/>
              </a:defRPr>
            </a:pPr>
            <a:r>
              <a:rPr sz="2250" b="1">
                <a:solidFill>
                  <a:srgbClr val="222222"/>
                </a:solidFill>
                <a:latin typeface="Arial"/>
                <a:ea typeface="Arial"/>
                <a:cs typeface="Arial"/>
              </a:rPr>
              <a:t>Execution states</a:t>
            </a:r>
          </a:p>
        </p:txBody>
      </p:sp>
      <p:sp>
        <p:nvSpPr>
          <p:cNvPr id="4" name="TextBox 3">
            <a:extLst xmlns:a="http://schemas.openxmlformats.org/drawingml/2006/main">
              <a:ext uri="{FF2B5EF4-FFF2-40B4-BE49-F238E27FC236}">
                <a16:creationId xmlns:a16="http://schemas.microsoft.com/office/drawing/2014/main" id="{D58575A9-4567-4A54-A47E-413C115CFF58}"/>
              </a:ext>
            </a:extLst>
          </p:cNvPr>
          <p:cNvSpPr>
            <a:spLocks xmlns:a="http://schemas.openxmlformats.org/drawingml/2006/main" noGrp="1"/>
          </p:cNvSpPr>
          <p:nvPr/>
        </p:nvSpPr>
        <p:spPr>
          <a:xfrm xmlns:a="http://schemas.openxmlformats.org/drawingml/2006/main">
            <a:off x="320040" y="1028700"/>
            <a:ext cx="8513064"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05293"/>
                </a:solidFill>
                <a:latin typeface="Arial"/>
                <a:ea typeface="Arial"/>
                <a:cs typeface="Arial"/>
              </a:defRPr>
            </a:pPr>
            <a:r>
              <a:rPr sz="1350" b="1" i="0">
                <a:solidFill>
                  <a:srgbClr val="005293"/>
                </a:solidFill>
                <a:latin typeface="Arial"/>
                <a:ea typeface="Arial"/>
                <a:cs typeface="Arial"/>
              </a:rPr>
              <a:t>A conceptual view of connection, enable, playback and recovery</a:t>
            </a:r>
          </a:p>
        </p:txBody>
      </p:sp>
      <p:pic>
        <p:nvPicPr>
          <p:cNvPr id="9" name="Picture 4"/>
          <p:cNvPicPr>
            <a:picLocks xmlns:a="http://schemas.openxmlformats.org/drawingml/2006/main" noChangeAspect="1"/>
          </p:cNvPicPr>
          <p:nvPr/>
        </p:nvPicPr>
        <p:blipFill>
          <a:blip xmlns:r="http://schemas.openxmlformats.org/officeDocument/2006/relationships" xmlns:a="http://schemas.openxmlformats.org/drawingml/2006/main" r:embed="R79a933809cd14b7d"/>
          <a:stretch xmlns:a="http://schemas.openxmlformats.org/drawingml/2006/main"/>
        </p:blipFill>
        <p:spPr>
          <a:xfrm xmlns:a="http://schemas.openxmlformats.org/drawingml/2006/main">
            <a:off x="459085" y="1404184"/>
            <a:ext cx="8374019" cy="2983244"/>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2BB670ED-0F29-46CF-BA88-F1C88EC2997B}"/>
              </a:ext>
            </a:extLst>
          </p:cNvPr>
          <p:cNvSpPr>
            <a:spLocks xmlns:a="http://schemas.openxmlformats.org/drawingml/2006/main" noGrp="1"/>
          </p:cNvSpPr>
          <p:nvPr/>
        </p:nvSpPr>
        <p:spPr>
          <a:xfrm xmlns:a="http://schemas.openxmlformats.org/drawingml/2006/main">
            <a:off x="8138160" y="4855464"/>
            <a:ext cx="685800"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750">
                <a:solidFill>
                  <a:srgbClr val="888888"/>
                </a:solidFill>
                <a:latin typeface="Arial"/>
                <a:ea typeface="Arial"/>
                <a:cs typeface="Arial"/>
              </a:defRPr>
            </a:pPr>
            <a:r>
              <a:rPr sz="750">
                <a:solidFill>
                  <a:srgbClr val="888888"/>
                </a:solidFill>
                <a:latin typeface="Arial"/>
                <a:ea typeface="Arial"/>
                <a:cs typeface="Arial"/>
              </a:rPr>
              <a:t>6</a:t>
            </a:r>
          </a:p>
        </p:txBody>
      </p:sp>
    </p:spTree>
    <p:extLst>
      <p:ext uri="{BB962C8B-B14F-4D97-AF65-F5344CB8AC3E}">
        <p14:creationId xmlns:p14="http://schemas.microsoft.com/office/powerpoint/2010/main" val="1066366724"/>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8E1EC951-3B50-4DC4-B330-897617B8FC35}"/>
              </a:ext>
            </a:extLst>
          </p:cNvPr>
          <p:cNvSpPr>
            <a:spLocks xmlns:a="http://schemas.openxmlformats.org/drawingml/2006/main" noGrp="1"/>
          </p:cNvSpPr>
          <p:nvPr/>
        </p:nvSpPr>
        <p:spPr>
          <a:xfrm xmlns:a="http://schemas.openxmlformats.org/drawingml/2006/main">
            <a:off x="8138160" y="4855464"/>
            <a:ext cx="685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r">
              <a:buNone/>
            </a:pPr>
            <a:r>
              <a:rPr sz="900" b="0" i="0">
                <a:solidFill>
                  <a:srgbClr val="64A0C8"/>
                </a:solidFill>
                <a:latin typeface="Arial"/>
                <a:ea typeface="Arial"/>
                <a:cs typeface="Arial"/>
              </a:rPr>
              <a:t>7</a:t>
            </a:r>
          </a:p>
        </p:txBody>
      </p:sp>
      <p:sp>
        <p:nvSpPr>
          <p:cNvPr id="3" name="TextBox 2">
            <a:extLst xmlns:a="http://schemas.openxmlformats.org/drawingml/2006/main">
              <a:ext uri="{FF2B5EF4-FFF2-40B4-BE49-F238E27FC236}">
                <a16:creationId xmlns:a16="http://schemas.microsoft.com/office/drawing/2014/main" id="{3CBA5447-51A7-45B8-A4D0-124EB4D556A3}"/>
              </a:ext>
            </a:extLst>
          </p:cNvPr>
          <p:cNvSpPr>
            <a:spLocks xmlns:a="http://schemas.openxmlformats.org/drawingml/2006/main" noGrp="1"/>
          </p:cNvSpPr>
          <p:nvPr/>
        </p:nvSpPr>
        <p:spPr>
          <a:xfrm xmlns:a="http://schemas.openxmlformats.org/drawingml/2006/main">
            <a:off x="320040" y="457200"/>
            <a:ext cx="7635240" cy="4381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buNone/>
              <a:defRPr sz="2250" b="1">
                <a:solidFill>
                  <a:srgbClr val="222222"/>
                </a:solidFill>
                <a:latin typeface="Arial"/>
                <a:ea typeface="Arial"/>
                <a:cs typeface="Arial"/>
              </a:defRPr>
            </a:pPr>
            <a:r>
              <a:rPr sz="2250" b="1" i="0">
                <a:solidFill>
                  <a:srgbClr val="222222"/>
                </a:solidFill>
                <a:latin typeface="Arial"/>
                <a:ea typeface="Arial"/>
                <a:cs typeface="Arial"/>
              </a:rPr>
              <a:t>Motion functions</a:t>
            </a:r>
          </a:p>
        </p:txBody>
      </p:sp>
      <p:sp>
        <p:nvSpPr>
          <p:cNvPr id="4" name="TextBox 3">
            <a:extLst xmlns:a="http://schemas.openxmlformats.org/drawingml/2006/main">
              <a:ext uri="{FF2B5EF4-FFF2-40B4-BE49-F238E27FC236}">
                <a16:creationId xmlns:a16="http://schemas.microsoft.com/office/drawing/2014/main" id="{2B07F2BA-FC92-4058-AD88-DE96B202EF2C}"/>
              </a:ext>
            </a:extLst>
          </p:cNvPr>
          <p:cNvSpPr>
            <a:spLocks xmlns:a="http://schemas.openxmlformats.org/drawingml/2006/main" noGrp="1"/>
          </p:cNvSpPr>
          <p:nvPr/>
        </p:nvSpPr>
        <p:spPr>
          <a:xfrm xmlns:a="http://schemas.openxmlformats.org/drawingml/2006/main">
            <a:off x="320040" y="1000669"/>
            <a:ext cx="8513064"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05293"/>
                </a:solidFill>
                <a:latin typeface="Arial"/>
                <a:ea typeface="Arial"/>
                <a:cs typeface="Arial"/>
              </a:defRPr>
            </a:pPr>
            <a:r>
              <a:rPr sz="1350" b="1" i="0">
                <a:solidFill>
                  <a:srgbClr val="005293"/>
                </a:solidFill>
                <a:latin typeface="Arial"/>
                <a:ea typeface="Arial"/>
                <a:cs typeface="Arial"/>
              </a:rPr>
              <a:t>Save a home pose once, then select actions and return home</a:t>
            </a:r>
          </a:p>
        </p:txBody>
      </p:sp>
      <p:graphicFrame>
        <p:nvGraphicFramePr>
          <p:cNvPr id="14" name="Table 4"/>
          <p:cNvGraphicFramePr/>
          <p:nvPr/>
        </p:nvGraphicFramePr>
        <p:xfrm>
          <a:off xmlns:a="http://schemas.openxmlformats.org/drawingml/2006/main" x="320040" y="1325880"/>
          <a:ext xmlns:a="http://schemas.openxmlformats.org/drawingml/2006/main" cx="4709160" cy="1737360"/>
        </p:xfrm>
        <a:graphic xmlns:a="http://schemas.openxmlformats.org/drawingml/2006/main">
          <a:graphicData uri="http://schemas.openxmlformats.org/drawingml/2006/table">
            <a:tbl>
              <a:tblPr firstRow="1" bandRow="1">
                <a:tableStyleId>{5C22544A-7EE6-4342-B048-85BDC9FD1C3A}</a:tableStyleId>
              </a:tblPr>
              <a:tblGrid>
                <a:gridCol w="1371600"/>
                <a:gridCol w="3337560"/>
              </a:tblGrid>
              <a:tr h="347472">
                <a:tc>
                  <a:txBody>
                    <a:bodyPr/>
                    <a:lstStyle/>
                    <a:p>
                      <a:r>
                        <a:rPr sz="1100" b="1">
                          <a:solidFill>
                            <a:srgbClr val="FFFFFF"/>
                          </a:solidFill>
                          <a:latin typeface="Arial"/>
                          <a:ea typeface="Arial"/>
                          <a:cs typeface="Arial"/>
                        </a:rPr>
                        <a:t>Function</a:t>
                      </a:r>
                    </a:p>
                  </a:txBody>
                  <a:tcPr marL="91440" marR="91440" marT="45720" marB="45720">
                    <a:solidFill>
                      <a:srgbClr val="0065BD"/>
                    </a:solidFill>
                  </a:tcPr>
                </a:tc>
                <a:tc>
                  <a:txBody>
                    <a:bodyPr/>
                    <a:lstStyle/>
                    <a:p>
                      <a:r>
                        <a:rPr sz="1100" b="1">
                          <a:solidFill>
                            <a:srgbClr val="FFFFFF"/>
                          </a:solidFill>
                          <a:latin typeface="Arial"/>
                          <a:ea typeface="Arial"/>
                          <a:cs typeface="Arial"/>
                        </a:rPr>
                        <a:t>Current implementation</a:t>
                      </a:r>
                    </a:p>
                  </a:txBody>
                  <a:tcPr marL="91440" marR="91440" marT="45720" marB="45720">
                    <a:solidFill>
                      <a:srgbClr val="0065BD"/>
                    </a:solidFill>
                  </a:tcPr>
                </a:tc>
              </a:tr>
              <a:tr h="347472">
                <a:tc>
                  <a:txBody>
                    <a:bodyPr/>
                    <a:lstStyle/>
                    <a:p>
                      <a:r>
                        <a:rPr sz="1000" b="1">
                          <a:solidFill>
                            <a:srgbClr val="1A1A1A"/>
                          </a:solidFill>
                          <a:latin typeface="Arial"/>
                          <a:ea typeface="Arial"/>
                          <a:cs typeface="Arial"/>
                        </a:rPr>
                        <a:t>Select</a:t>
                      </a:r>
                    </a:p>
                  </a:txBody>
                  <a:tcPr marL="91440" marR="91440" marT="45720" marB="45720">
                    <a:solidFill>
                      <a:srgbClr val="FFFFFF"/>
                    </a:solidFill>
                  </a:tcPr>
                </a:tc>
                <a:tc>
                  <a:txBody>
                    <a:bodyPr/>
                    <a:lstStyle/>
                    <a:p>
                      <a:r>
                        <a:rPr sz="1000" b="0">
                          <a:solidFill>
                            <a:srgbClr val="1A1A1A"/>
                          </a:solidFill>
                          <a:latin typeface="Arial"/>
                          <a:ea typeface="Arial"/>
                          <a:cs typeface="Arial"/>
                        </a:rPr>
                        <a:t>Browser action selection</a:t>
                      </a:r>
                    </a:p>
                  </a:txBody>
                  <a:tcPr marL="91440" marR="91440" marT="45720" marB="45720">
                    <a:solidFill>
                      <a:srgbClr val="FFFFFF"/>
                    </a:solidFill>
                  </a:tcPr>
                </a:tc>
              </a:tr>
              <a:tr h="347472">
                <a:tc>
                  <a:txBody>
                    <a:bodyPr/>
                    <a:lstStyle/>
                    <a:p>
                      <a:r>
                        <a:rPr sz="1000" b="1">
                          <a:solidFill>
                            <a:srgbClr val="1A1A1A"/>
                          </a:solidFill>
                          <a:latin typeface="Arial"/>
                          <a:ea typeface="Arial"/>
                          <a:cs typeface="Arial"/>
                        </a:rPr>
                        <a:t>Replay</a:t>
                      </a:r>
                    </a:p>
                  </a:txBody>
                  <a:tcPr marL="91440" marR="91440" marT="45720" marB="45720">
                    <a:solidFill>
                      <a:srgbClr val="F0F5FA"/>
                    </a:solidFill>
                  </a:tcPr>
                </a:tc>
                <a:tc>
                  <a:txBody>
                    <a:bodyPr/>
                    <a:lstStyle/>
                    <a:p>
                      <a:r>
                        <a:rPr sz="1000" b="0">
                          <a:solidFill>
                            <a:srgbClr val="1A1A1A"/>
                          </a:solidFill>
                          <a:latin typeface="Arial"/>
                          <a:ea typeface="Arial"/>
                          <a:cs typeface="Arial"/>
                        </a:rPr>
                        <a:t>Home-relative joint targets</a:t>
                      </a:r>
                    </a:p>
                  </a:txBody>
                  <a:tcPr marL="91440" marR="91440" marT="45720" marB="45720">
                    <a:solidFill>
                      <a:srgbClr val="F0F5FA"/>
                    </a:solidFill>
                  </a:tcPr>
                </a:tc>
              </a:tr>
              <a:tr h="347472">
                <a:tc>
                  <a:txBody>
                    <a:bodyPr/>
                    <a:lstStyle/>
                    <a:p>
                      <a:r>
                        <a:rPr sz="1000" b="1">
                          <a:solidFill>
                            <a:srgbClr val="1A1A1A"/>
                          </a:solidFill>
                          <a:latin typeface="Arial"/>
                          <a:ea typeface="Arial"/>
                          <a:cs typeface="Arial"/>
                        </a:rPr>
                        <a:t>Home</a:t>
                      </a:r>
                    </a:p>
                  </a:txBody>
                  <a:tcPr marL="91440" marR="91440" marT="45720" marB="45720">
                    <a:solidFill>
                      <a:srgbClr val="FFFFFF"/>
                    </a:solidFill>
                  </a:tcPr>
                </a:tc>
                <a:tc>
                  <a:txBody>
                    <a:bodyPr/>
                    <a:lstStyle/>
                    <a:p>
                      <a:r>
                        <a:rPr sz="1000" b="0">
                          <a:solidFill>
                            <a:srgbClr val="1A1A1A"/>
                          </a:solidFill>
                          <a:latin typeface="Arial"/>
                          <a:ea typeface="Arial"/>
                          <a:cs typeface="Arial"/>
                        </a:rPr>
                        <a:t>Return to saved pose</a:t>
                      </a:r>
                    </a:p>
                  </a:txBody>
                  <a:tcPr marL="91440" marR="91440" marT="45720" marB="45720">
                    <a:solidFill>
                      <a:srgbClr val="FFFFFF"/>
                    </a:solidFill>
                  </a:tcPr>
                </a:tc>
              </a:tr>
              <a:tr h="347472">
                <a:tc>
                  <a:txBody>
                    <a:bodyPr/>
                    <a:lstStyle/>
                    <a:p>
                      <a:r>
                        <a:rPr sz="1000" b="1">
                          <a:solidFill>
                            <a:srgbClr val="1A1A1A"/>
                          </a:solidFill>
                          <a:latin typeface="Arial"/>
                          <a:ea typeface="Arial"/>
                          <a:cs typeface="Arial"/>
                        </a:rPr>
                        <a:t>Stop</a:t>
                      </a:r>
                    </a:p>
                  </a:txBody>
                  <a:tcPr marL="91440" marR="91440" marT="45720" marB="45720">
                    <a:solidFill>
                      <a:srgbClr val="F0F5FA"/>
                    </a:solidFill>
                  </a:tcPr>
                </a:tc>
                <a:tc>
                  <a:txBody>
                    <a:bodyPr/>
                    <a:lstStyle/>
                    <a:p>
                      <a:r>
                        <a:rPr sz="1000" b="0">
                          <a:solidFill>
                            <a:srgbClr val="1A1A1A"/>
                          </a:solidFill>
                          <a:latin typeface="Arial"/>
                          <a:ea typeface="Arial"/>
                          <a:cs typeface="Arial"/>
                        </a:rPr>
                        <a:t>Read position and hold</a:t>
                      </a:r>
                    </a:p>
                  </a:txBody>
                  <a:tcPr marL="91440" marR="91440" marT="45720" marB="45720">
                    <a:solidFill>
                      <a:srgbClr val="F0F5FA"/>
                    </a:solidFill>
                  </a:tcPr>
                </a:tc>
              </a:tr>
            </a:tbl>
          </a:graphicData>
        </a:graphic>
      </p:graphicFrame>
      <p:sp>
        <p:nvSpPr>
          <p:cNvPr id="7" name="Rounded Rectangle 6">
            <a:extLst xmlns:a="http://schemas.openxmlformats.org/drawingml/2006/main">
              <a:ext uri="{FF2B5EF4-FFF2-40B4-BE49-F238E27FC236}">
                <a16:creationId xmlns:a16="http://schemas.microsoft.com/office/drawing/2014/main" id="{56AC6E6B-E48E-4435-8FA6-436413F5A119}"/>
              </a:ext>
            </a:extLst>
          </p:cNvPr>
          <p:cNvSpPr>
            <a:spLocks xmlns:a="http://schemas.openxmlformats.org/drawingml/2006/main" noGrp="1"/>
          </p:cNvSpPr>
          <p:nvPr/>
        </p:nvSpPr>
        <p:spPr>
          <a:xfrm xmlns:a="http://schemas.openxmlformats.org/drawingml/2006/main">
            <a:off x="5175504" y="1325880"/>
            <a:ext cx="3657600" cy="1737360"/>
          </a:xfrm>
          <a:prstGeom xmlns:a="http://schemas.openxmlformats.org/drawingml/2006/main" prst="roundRect">
            <a:avLst>
              <a:gd name="adj" fmla="val 5500"/>
            </a:avLst>
          </a:prstGeom>
          <a:solidFill xmlns:a="http://schemas.openxmlformats.org/drawingml/2006/main">
            <a:srgbClr val="FFFFFF"/>
          </a:solidFill>
          <a:ln xmlns:a="http://schemas.openxmlformats.org/drawingml/2006/main">
            <a:noFill/>
          </a:ln>
          <a:effectLst xmlns:a="http://schemas.openxmlformats.org/drawingml/2006/main">
            <a:outerShdw blurRad="91440" dist="32004" dir="5400000" rotWithShape="0">
              <a:srgbClr val="7A8CA0">
                <a:alpha val="26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46304" tIns="128016" rIns="118872" bIns="73152" anchor="t">
            <a:noAutofit/>
          </a:bodyPr>
          <a:lstStyle xmlns:a="http://schemas.openxmlformats.org/drawingml/2006/main"/>
          <a:p xmlns:a="http://schemas.openxmlformats.org/drawingml/2006/main">
            <a:pPr algn="l">
              <a:buNone/>
              <a:defRPr sz="1350" b="0">
                <a:solidFill>
                  <a:srgbClr val="005293"/>
                </a:solidFill>
                <a:latin typeface="Arial"/>
                <a:ea typeface="Arial"/>
                <a:cs typeface="Arial"/>
              </a:defRPr>
            </a:pPr>
            <a:r>
              <a:rPr sz="1350" b="0" i="0">
                <a:solidFill>
                  <a:srgbClr val="005293"/>
                </a:solidFill>
                <a:latin typeface="Arial"/>
                <a:ea typeface="Arial"/>
                <a:cs typeface="Arial"/>
              </a:rPr>
              <a:t>Selected gestures</a:t>
            </a:r>
          </a:p>
          <a:p xmlns:a="http://schemas.openxmlformats.org/drawingml/2006/main">
            <a:pPr algn="l">
              <a:lnSpc>
                <a:spcPct val="108000"/>
              </a:lnSpc>
              <a:spcBef>
                <a:spcPts val="600"/>
              </a:spcBef>
              <a:buNone/>
              <a:defRPr sz="1350" b="0">
                <a:solidFill>
                  <a:srgbClr val="005293"/>
                </a:solidFill>
                <a:latin typeface="Arial"/>
                <a:ea typeface="Arial"/>
                <a:cs typeface="Arial"/>
              </a:defRPr>
            </a:pPr>
            <a:r>
              <a:rPr sz="1350" b="0" i="0">
                <a:solidFill>
                  <a:srgbClr val="005293"/>
                </a:solidFill>
                <a:latin typeface="Arial"/>
                <a:ea typeface="Arial"/>
                <a:cs typeface="Arial"/>
              </a:rPr>
              <a:t>wake_up: attentive posture</a:t>
            </a:r>
          </a:p>
          <a:p xmlns:a="http://schemas.openxmlformats.org/drawingml/2006/main">
            <a:pPr algn="l">
              <a:lnSpc>
                <a:spcPct val="108000"/>
              </a:lnSpc>
              <a:spcBef>
                <a:spcPts val="600"/>
              </a:spcBef>
              <a:buNone/>
              <a:defRPr sz="1350" b="0">
                <a:solidFill>
                  <a:srgbClr val="005293"/>
                </a:solidFill>
                <a:latin typeface="Arial"/>
                <a:ea typeface="Arial"/>
                <a:cs typeface="Arial"/>
              </a:defRPr>
            </a:pPr>
            <a:r>
              <a:rPr sz="1350" b="0" i="0">
                <a:solidFill>
                  <a:srgbClr val="005293"/>
                </a:solidFill>
                <a:latin typeface="Arial"/>
                <a:ea typeface="Arial"/>
                <a:cs typeface="Arial"/>
              </a:rPr>
              <a:t>nod: acknowledgment</a:t>
            </a:r>
          </a:p>
          <a:p xmlns:a="http://schemas.openxmlformats.org/drawingml/2006/main">
            <a:pPr algn="l">
              <a:lnSpc>
                <a:spcPct val="108000"/>
              </a:lnSpc>
              <a:spcBef>
                <a:spcPts val="600"/>
              </a:spcBef>
              <a:buNone/>
              <a:defRPr sz="1350" b="0">
                <a:solidFill>
                  <a:srgbClr val="005293"/>
                </a:solidFill>
                <a:latin typeface="Arial"/>
                <a:ea typeface="Arial"/>
                <a:cs typeface="Arial"/>
              </a:defRPr>
            </a:pPr>
            <a:r>
              <a:rPr sz="1350" b="0" i="0">
                <a:solidFill>
                  <a:srgbClr val="005293"/>
                </a:solidFill>
                <a:latin typeface="Arial"/>
                <a:ea typeface="Arial"/>
                <a:cs typeface="Arial"/>
              </a:rPr>
              <a:t>headshake: disagreement</a:t>
            </a:r>
          </a:p>
          <a:p xmlns:a="http://schemas.openxmlformats.org/drawingml/2006/main">
            <a:pPr algn="l">
              <a:lnSpc>
                <a:spcPct val="108000"/>
              </a:lnSpc>
              <a:spcBef>
                <a:spcPts val="600"/>
              </a:spcBef>
              <a:buNone/>
              <a:defRPr sz="1350" b="0">
                <a:solidFill>
                  <a:srgbClr val="005293"/>
                </a:solidFill>
                <a:latin typeface="Arial"/>
                <a:ea typeface="Arial"/>
                <a:cs typeface="Arial"/>
              </a:defRPr>
            </a:pPr>
            <a:r>
              <a:rPr sz="1350" b="0" i="0">
                <a:solidFill>
                  <a:srgbClr val="005293"/>
                </a:solidFill>
                <a:latin typeface="Arial"/>
                <a:ea typeface="Arial"/>
                <a:cs typeface="Arial"/>
              </a:rPr>
              <a:t>scanning: looking around</a:t>
            </a:r>
          </a:p>
        </p:txBody>
      </p:sp>
      <p:sp>
        <p:nvSpPr>
          <p:cNvPr id="8" name="TextBox 7">
            <a:extLst xmlns:a="http://schemas.openxmlformats.org/drawingml/2006/main">
              <a:ext uri="{FF2B5EF4-FFF2-40B4-BE49-F238E27FC236}">
                <a16:creationId xmlns:a16="http://schemas.microsoft.com/office/drawing/2014/main" id="{D421E1BF-8F14-4B31-877A-5ED826574198}"/>
              </a:ext>
            </a:extLst>
          </p:cNvPr>
          <p:cNvSpPr>
            <a:spLocks xmlns:a="http://schemas.openxmlformats.org/drawingml/2006/main" noGrp="1"/>
          </p:cNvSpPr>
          <p:nvPr/>
        </p:nvSpPr>
        <p:spPr>
          <a:xfrm xmlns:a="http://schemas.openxmlformats.org/drawingml/2006/main">
            <a:off x="320040" y="3297011"/>
            <a:ext cx="3657600" cy="85547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237744" indent="-237744">
              <a:lnSpc>
                <a:spcPct val="110000"/>
              </a:lnSpc>
              <a:spcAft>
                <a:spcPts val="200"/>
              </a:spcAft>
              <a:buNone/>
              <a:defRPr sz="1350" b="0">
                <a:solidFill>
                  <a:srgbClr val="222222"/>
                </a:solidFill>
                <a:latin typeface="Arial"/>
                <a:ea typeface="Arial"/>
                <a:cs typeface="Arial"/>
              </a:defRPr>
            </a:pPr>
            <a:r>
              <a:rPr sz="1350" b="0" i="0">
                <a:solidFill>
                  <a:srgbClr val="222222"/>
                </a:solidFill>
                <a:latin typeface="Arial"/>
                <a:ea typeface="Arial"/>
                <a:cs typeface="Arial"/>
              </a:rPr>
              <a:t>Browser controls running on Nano</a:t>
            </a:r>
          </a:p>
          <a:p xmlns:a="http://schemas.openxmlformats.org/drawingml/2006/main">
            <a:pPr marL="237744" indent="-237744">
              <a:lnSpc>
                <a:spcPct val="110000"/>
              </a:lnSpc>
              <a:spcAft>
                <a:spcPts val="200"/>
              </a:spcAft>
              <a:buNone/>
              <a:defRPr sz="1350" b="0">
                <a:solidFill>
                  <a:srgbClr val="222222"/>
                </a:solidFill>
                <a:latin typeface="Arial"/>
                <a:ea typeface="Arial"/>
                <a:cs typeface="Arial"/>
              </a:defRPr>
            </a:pPr>
            <a:r>
              <a:rPr sz="1350" b="0" i="0">
                <a:solidFill>
                  <a:srgbClr val="222222"/>
                </a:solidFill>
                <a:latin typeface="Arial"/>
                <a:ea typeface="Arial"/>
                <a:cs typeface="Arial"/>
              </a:rPr>
              <a:t>One worker controls the motor bus</a:t>
            </a:r>
          </a:p>
          <a:p xmlns:a="http://schemas.openxmlformats.org/drawingml/2006/main">
            <a:pPr marL="237744" indent="-237744">
              <a:lnSpc>
                <a:spcPct val="110000"/>
              </a:lnSpc>
              <a:spcAft>
                <a:spcPts val="200"/>
              </a:spcAft>
              <a:buNone/>
              <a:defRPr sz="1350" b="0">
                <a:solidFill>
                  <a:srgbClr val="222222"/>
                </a:solidFill>
                <a:latin typeface="Arial"/>
                <a:ea typeface="Arial"/>
                <a:cs typeface="Arial"/>
              </a:defRPr>
            </a:pPr>
            <a:r>
              <a:rPr sz="1350" b="0" i="0">
                <a:solidFill>
                  <a:srgbClr val="222222"/>
                </a:solidFill>
                <a:latin typeface="Arial"/>
                <a:ea typeface="Arial"/>
                <a:cs typeface="Arial"/>
              </a:rPr>
              <a:t>Voice integration is the next step</a:t>
            </a:r>
          </a:p>
        </p:txBody>
      </p:sp>
      <p:sp>
        <p:nvSpPr>
          <p:cNvPr id="9" name="Rounded Rectangle 8">
            <a:extLst xmlns:a="http://schemas.openxmlformats.org/drawingml/2006/main">
              <a:ext uri="{FF2B5EF4-FFF2-40B4-BE49-F238E27FC236}">
                <a16:creationId xmlns:a16="http://schemas.microsoft.com/office/drawing/2014/main" id="{F8796F7B-FA7E-48CC-A4BE-A52A3C6A0CAB}"/>
              </a:ext>
            </a:extLst>
          </p:cNvPr>
          <p:cNvSpPr>
            <a:spLocks xmlns:a="http://schemas.openxmlformats.org/drawingml/2006/main" noGrp="1"/>
          </p:cNvSpPr>
          <p:nvPr/>
        </p:nvSpPr>
        <p:spPr>
          <a:xfrm xmlns:a="http://schemas.openxmlformats.org/drawingml/2006/main">
            <a:off x="320040" y="4283877"/>
            <a:ext cx="8513064" cy="402336"/>
          </a:xfrm>
          <a:prstGeom xmlns:a="http://schemas.openxmlformats.org/drawingml/2006/main" prst="roundRect">
            <a:avLst/>
          </a:prstGeom>
          <a:solidFill xmlns:a="http://schemas.openxmlformats.org/drawingml/2006/main">
            <a:srgbClr val="EEF3F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09728" tIns="18288" rIns="109728" bIns="18288" anchor="ctr">
            <a:noAutofit/>
          </a:bodyPr>
          <a:lstStyle xmlns:a="http://schemas.openxmlformats.org/drawingml/2006/main"/>
          <a:p xmlns:a="http://schemas.openxmlformats.org/drawingml/2006/main">
            <a:pPr algn="ctr">
              <a:buNone/>
              <a:defRPr sz="1200" b="0">
                <a:solidFill>
                  <a:srgbClr val="005293"/>
                </a:solidFill>
                <a:latin typeface="Arial"/>
                <a:ea typeface="Arial"/>
                <a:cs typeface="Arial"/>
              </a:defRPr>
            </a:pPr>
            <a:r>
              <a:rPr sz="1200" b="0" i="0">
                <a:solidFill>
                  <a:srgbClr val="005293"/>
                </a:solidFill>
                <a:latin typeface="Arial"/>
                <a:ea typeface="Arial"/>
                <a:cs typeface="Arial"/>
              </a:rPr>
              <a:t>The console triggers movement. Saved home, rest and awake poses persist.</a:t>
            </a:r>
          </a:p>
        </p:txBody>
      </p:sp>
    </p:spTree>
    <p:extLst>
      <p:ext uri="{BB962C8B-B14F-4D97-AF65-F5344CB8AC3E}">
        <p14:creationId xmlns:p14="http://schemas.microsoft.com/office/powerpoint/2010/main" val="909532830"/>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62F07457-A80A-452D-BB86-C507A03F2101}"/>
              </a:ext>
            </a:extLst>
          </p:cNvPr>
          <p:cNvSpPr>
            <a:spLocks xmlns:a="http://schemas.openxmlformats.org/drawingml/2006/main" noGrp="1"/>
          </p:cNvSpPr>
          <p:nvPr/>
        </p:nvSpPr>
        <p:spPr>
          <a:xfrm xmlns:a="http://schemas.openxmlformats.org/drawingml/2006/main">
            <a:off x="8138160" y="4855464"/>
            <a:ext cx="685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r">
              <a:buNone/>
            </a:pPr>
            <a:r>
              <a:rPr sz="900" b="0" i="0">
                <a:solidFill>
                  <a:srgbClr val="64A0C8"/>
                </a:solidFill>
                <a:latin typeface="Arial"/>
                <a:ea typeface="Arial"/>
                <a:cs typeface="Arial"/>
              </a:rPr>
              <a:t>8</a:t>
            </a:r>
          </a:p>
        </p:txBody>
      </p:sp>
      <p:sp>
        <p:nvSpPr>
          <p:cNvPr id="3" name="TextBox 2">
            <a:extLst xmlns:a="http://schemas.openxmlformats.org/drawingml/2006/main">
              <a:ext uri="{FF2B5EF4-FFF2-40B4-BE49-F238E27FC236}">
                <a16:creationId xmlns:a16="http://schemas.microsoft.com/office/drawing/2014/main" id="{AF2946D1-5AAA-4C7F-8C00-E3E5B2EB6E1F}"/>
              </a:ext>
            </a:extLst>
          </p:cNvPr>
          <p:cNvSpPr>
            <a:spLocks xmlns:a="http://schemas.openxmlformats.org/drawingml/2006/main" noGrp="1"/>
          </p:cNvSpPr>
          <p:nvPr/>
        </p:nvSpPr>
        <p:spPr>
          <a:xfrm xmlns:a="http://schemas.openxmlformats.org/drawingml/2006/main">
            <a:off x="320040" y="457200"/>
            <a:ext cx="7635240" cy="43815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nSpc>
                <a:spcPct val="100000"/>
              </a:lnSpc>
              <a:buNone/>
            </a:pPr>
            <a:r>
              <a:rPr sz="2500" b="1" i="0">
                <a:solidFill>
                  <a:srgbClr val="1A1A1A"/>
                </a:solidFill>
                <a:latin typeface="Arial"/>
                <a:ea typeface="Arial"/>
                <a:cs typeface="Arial"/>
              </a:rPr>
              <a:t>Base &amp; assembly</a:t>
            </a:r>
          </a:p>
        </p:txBody>
      </p:sp>
      <p:sp>
        <p:nvSpPr>
          <p:cNvPr id="4" name="TextBox 3">
            <a:extLst xmlns:a="http://schemas.openxmlformats.org/drawingml/2006/main">
              <a:ext uri="{FF2B5EF4-FFF2-40B4-BE49-F238E27FC236}">
                <a16:creationId xmlns:a16="http://schemas.microsoft.com/office/drawing/2014/main" id="{E371024D-8DF3-43BC-A0D7-419C7F264F79}"/>
              </a:ext>
            </a:extLst>
          </p:cNvPr>
          <p:cNvSpPr>
            <a:spLocks xmlns:a="http://schemas.openxmlformats.org/drawingml/2006/main" noGrp="1"/>
          </p:cNvSpPr>
          <p:nvPr/>
        </p:nvSpPr>
        <p:spPr>
          <a:xfrm xmlns:a="http://schemas.openxmlformats.org/drawingml/2006/main">
            <a:off x="320040" y="1026545"/>
            <a:ext cx="8513064"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05293"/>
                </a:solidFill>
                <a:latin typeface="Arial"/>
                <a:ea typeface="Arial"/>
                <a:cs typeface="Arial"/>
              </a:defRPr>
            </a:pPr>
            <a:r>
              <a:rPr sz="1350" b="1" i="0">
                <a:solidFill>
                  <a:srgbClr val="005293"/>
                </a:solidFill>
                <a:latin typeface="Arial"/>
                <a:ea typeface="Arial"/>
                <a:cs typeface="Arial"/>
              </a:rPr>
              <a:t>Replacement shell and cover for the Jetson configuration</a:t>
            </a:r>
          </a:p>
        </p:txBody>
      </p:sp>
      <p:sp>
        <p:nvSpPr>
          <p:cNvPr id="5" name="TextBox 4">
            <a:extLst xmlns:a="http://schemas.openxmlformats.org/drawingml/2006/main">
              <a:ext uri="{FF2B5EF4-FFF2-40B4-BE49-F238E27FC236}">
                <a16:creationId xmlns:a16="http://schemas.microsoft.com/office/drawing/2014/main" id="{B82114FE-DE99-490F-8638-8807FB9CD134}"/>
              </a:ext>
            </a:extLst>
          </p:cNvPr>
          <p:cNvSpPr>
            <a:spLocks xmlns:a="http://schemas.openxmlformats.org/drawingml/2006/main" noGrp="1"/>
          </p:cNvSpPr>
          <p:nvPr/>
        </p:nvSpPr>
        <p:spPr>
          <a:xfrm xmlns:a="http://schemas.openxmlformats.org/drawingml/2006/main">
            <a:off x="320040" y="1333500"/>
            <a:ext cx="8505825" cy="838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237744" indent="-237744">
              <a:lnSpc>
                <a:spcPct val="110000"/>
              </a:lnSpc>
              <a:spcAft>
                <a:spcPts val="400"/>
              </a:spcAft>
              <a:buNone/>
              <a:defRPr sz="1275" b="0">
                <a:solidFill>
                  <a:srgbClr val="222222"/>
                </a:solidFill>
                <a:latin typeface="Arial"/>
                <a:ea typeface="Arial"/>
                <a:cs typeface="Arial"/>
              </a:defRPr>
            </a:pPr>
            <a:r>
              <a:rPr sz="1275" b="0" i="0">
                <a:solidFill>
                  <a:srgbClr val="222222"/>
                </a:solidFill>
                <a:latin typeface="Arial"/>
                <a:ea typeface="Arial"/>
                <a:cs typeface="Arial"/>
              </a:rPr>
              <a:t>The Jetson board needs a different electronics layout from the Pi baseline.</a:t>
            </a:r>
          </a:p>
          <a:p xmlns:a="http://schemas.openxmlformats.org/drawingml/2006/main">
            <a:pPr marL="237744" indent="-237744">
              <a:lnSpc>
                <a:spcPct val="110000"/>
              </a:lnSpc>
              <a:spcAft>
                <a:spcPts val="400"/>
              </a:spcAft>
              <a:buNone/>
              <a:defRPr sz="1275" b="0">
                <a:solidFill>
                  <a:srgbClr val="222222"/>
                </a:solidFill>
                <a:latin typeface="Arial"/>
                <a:ea typeface="Arial"/>
                <a:cs typeface="Arial"/>
              </a:defRPr>
            </a:pPr>
            <a:r>
              <a:rPr sz="1275" b="0" i="0">
                <a:solidFill>
                  <a:srgbClr val="222222"/>
                </a:solidFill>
                <a:latin typeface="Arial"/>
                <a:ea typeface="Arial"/>
                <a:cs typeface="Arial"/>
              </a:rPr>
              <a:t>We designed a replacement shell and cover with ventilation and cable routes.</a:t>
            </a:r>
          </a:p>
          <a:p xmlns:a="http://schemas.openxmlformats.org/drawingml/2006/main">
            <a:pPr marL="237744" indent="-237744">
              <a:lnSpc>
                <a:spcPct val="110000"/>
              </a:lnSpc>
              <a:spcAft>
                <a:spcPts val="400"/>
              </a:spcAft>
              <a:buNone/>
              <a:defRPr sz="1275" b="0">
                <a:solidFill>
                  <a:srgbClr val="222222"/>
                </a:solidFill>
                <a:latin typeface="Arial"/>
                <a:ea typeface="Arial"/>
                <a:cs typeface="Arial"/>
              </a:defRPr>
            </a:pPr>
            <a:r>
              <a:rPr sz="1275" b="0" i="0">
                <a:solidFill>
                  <a:srgbClr val="222222"/>
                </a:solidFill>
                <a:latin typeface="Arial"/>
                <a:ea typeface="Arial"/>
                <a:cs typeface="Arial"/>
              </a:rPr>
              <a:t>The video shows the assembled prototype with external wiring.</a:t>
            </a:r>
          </a:p>
        </p:txBody>
      </p:sp>
      <p:pic>
        <p:nvPicPr>
          <p:cNvPr id="11" name="Picture 5"/>
          <p:cNvPicPr>
            <a:picLocks xmlns:a="http://schemas.openxmlformats.org/drawingml/2006/main" noChangeAspect="1"/>
          </p:cNvPicPr>
          <p:nvPr/>
        </p:nvPicPr>
        <p:blipFill>
          <a:blip xmlns:r="http://schemas.openxmlformats.org/officeDocument/2006/relationships" xmlns:a="http://schemas.openxmlformats.org/drawingml/2006/main" r:embed="R71094b71d8ae4950"/>
          <a:stretch xmlns:a="http://schemas.openxmlformats.org/drawingml/2006/main">
            <a:fillRect l="0" t="0" r="0" b="0"/>
          </a:stretch>
        </p:blipFill>
        <p:spPr>
          <a:xfrm xmlns:a="http://schemas.openxmlformats.org/drawingml/2006/main">
            <a:off x="320040" y="2171700"/>
            <a:ext cx="6334125" cy="2714625"/>
          </a:xfrm>
          <a:prstGeom xmlns:a="http://schemas.openxmlformats.org/drawingml/2006/main" prst="rect">
            <a:avLst/>
          </a:prstGeom>
        </p:spPr>
      </p:pic>
    </p:spTree>
    <p:extLst>
      <p:ext uri="{BB962C8B-B14F-4D97-AF65-F5344CB8AC3E}">
        <p14:creationId xmlns:p14="http://schemas.microsoft.com/office/powerpoint/2010/main" val="1932772852"/>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2FE2F3E4-EFDF-4793-B764-1757CE1DF1C7}"/>
              </a:ext>
            </a:extLst>
          </p:cNvPr>
          <p:cNvSpPr>
            <a:spLocks xmlns:a="http://schemas.openxmlformats.org/drawingml/2006/main" noGrp="1"/>
          </p:cNvSpPr>
          <p:nvPr/>
        </p:nvSpPr>
        <p:spPr>
          <a:xfrm xmlns:a="http://schemas.openxmlformats.org/drawingml/2006/main">
            <a:off x="8138160" y="4855464"/>
            <a:ext cx="685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r">
              <a:buNone/>
            </a:pPr>
            <a:r>
              <a:rPr sz="900" b="0" i="0">
                <a:solidFill>
                  <a:srgbClr val="64A0C8"/>
                </a:solidFill>
                <a:latin typeface="Arial"/>
                <a:ea typeface="Arial"/>
                <a:cs typeface="Arial"/>
              </a:rPr>
              <a:t>9</a:t>
            </a:r>
          </a:p>
        </p:txBody>
      </p:sp>
      <p:sp>
        <p:nvSpPr>
          <p:cNvPr id="3" name="TextBox 2">
            <a:extLst xmlns:a="http://schemas.openxmlformats.org/drawingml/2006/main">
              <a:ext uri="{FF2B5EF4-FFF2-40B4-BE49-F238E27FC236}">
                <a16:creationId xmlns:a16="http://schemas.microsoft.com/office/drawing/2014/main" id="{5C728C37-D7F0-40D6-9740-1AB62FEC2841}"/>
              </a:ext>
            </a:extLst>
          </p:cNvPr>
          <p:cNvSpPr>
            <a:spLocks xmlns:a="http://schemas.openxmlformats.org/drawingml/2006/main" noGrp="1"/>
          </p:cNvSpPr>
          <p:nvPr/>
        </p:nvSpPr>
        <p:spPr>
          <a:xfrm xmlns:a="http://schemas.openxmlformats.org/drawingml/2006/main">
            <a:off x="320040" y="457200"/>
            <a:ext cx="7635240" cy="43815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nSpc>
                <a:spcPct val="100000"/>
              </a:lnSpc>
              <a:buNone/>
            </a:pPr>
            <a:r>
              <a:rPr sz="2500" b="1" i="0">
                <a:solidFill>
                  <a:srgbClr val="1A1A1A"/>
                </a:solidFill>
                <a:latin typeface="Arial"/>
                <a:ea typeface="Arial"/>
                <a:cs typeface="Arial"/>
              </a:rPr>
              <a:t>Software architecture</a:t>
            </a:r>
          </a:p>
        </p:txBody>
      </p:sp>
      <p:sp>
        <p:nvSpPr>
          <p:cNvPr id="4" name="TextBox 3">
            <a:extLst xmlns:a="http://schemas.openxmlformats.org/drawingml/2006/main">
              <a:ext uri="{FF2B5EF4-FFF2-40B4-BE49-F238E27FC236}">
                <a16:creationId xmlns:a16="http://schemas.microsoft.com/office/drawing/2014/main" id="{915D7C65-33D7-4205-9027-832A4BD063D4}"/>
              </a:ext>
            </a:extLst>
          </p:cNvPr>
          <p:cNvSpPr>
            <a:spLocks xmlns:a="http://schemas.openxmlformats.org/drawingml/2006/main" noGrp="1"/>
          </p:cNvSpPr>
          <p:nvPr/>
        </p:nvSpPr>
        <p:spPr>
          <a:xfrm xmlns:a="http://schemas.openxmlformats.org/drawingml/2006/main">
            <a:off x="320040" y="1000125"/>
            <a:ext cx="381000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05293"/>
                </a:solidFill>
                <a:latin typeface="Arial"/>
                <a:ea typeface="Arial"/>
                <a:cs typeface="Arial"/>
              </a:defRPr>
            </a:pPr>
            <a:r>
              <a:rPr sz="1350" b="1" i="0">
                <a:solidFill>
                  <a:srgbClr val="005293"/>
                </a:solidFill>
                <a:latin typeface="Arial"/>
                <a:ea typeface="Arial"/>
                <a:cs typeface="Arial"/>
              </a:rPr>
              <a:t>A dedicated motor execution path</a:t>
            </a:r>
            <a:endParaRPr sz="1300" b="1" i="0">
              <a:solidFill>
                <a:srgbClr val="0065BD"/>
              </a:solidFill>
              <a:latin typeface="Arial"/>
              <a:ea typeface="Arial"/>
              <a:cs typeface="Arial"/>
            </a:endParaRPr>
          </a:p>
        </p:txBody>
      </p:sp>
      <p:sp>
        <p:nvSpPr>
          <p:cNvPr id="5" name="Rounded Rectangle 4">
            <a:extLst xmlns:a="http://schemas.openxmlformats.org/drawingml/2006/main">
              <a:ext uri="{FF2B5EF4-FFF2-40B4-BE49-F238E27FC236}">
                <a16:creationId xmlns:a16="http://schemas.microsoft.com/office/drawing/2014/main" id="{7A600C60-362E-4916-A361-68CC03A88046}"/>
              </a:ext>
            </a:extLst>
          </p:cNvPr>
          <p:cNvSpPr>
            <a:spLocks xmlns:a="http://schemas.openxmlformats.org/drawingml/2006/main" noGrp="1"/>
          </p:cNvSpPr>
          <p:nvPr/>
        </p:nvSpPr>
        <p:spPr>
          <a:xfrm xmlns:a="http://schemas.openxmlformats.org/drawingml/2006/main">
            <a:off x="4381500" y="1524000"/>
            <a:ext cx="1571625" cy="714375"/>
          </a:xfrm>
          <a:prstGeom xmlns:a="http://schemas.openxmlformats.org/drawingml/2006/main" prst="roundRect">
            <a:avLst>
              <a:gd name="adj" fmla="val 8000"/>
            </a:avLst>
          </a:prstGeom>
          <a:solidFill xmlns:a="http://schemas.openxmlformats.org/drawingml/2006/main">
            <a:srgbClr val="0065BD"/>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tIns="0" bIns="0" anchor="ctr">
            <a:noAutofit/>
          </a:bodyPr>
          <a:lstStyle xmlns:a="http://schemas.openxmlformats.org/drawingml/2006/main"/>
          <a:p xmlns:a="http://schemas.openxmlformats.org/drawingml/2006/main">
            <a:pPr algn="ctr">
              <a:buNone/>
              <a:defRPr sz="1500" b="0">
                <a:solidFill>
                  <a:srgbClr val="FFFFFF"/>
                </a:solidFill>
                <a:latin typeface="Arial"/>
                <a:ea typeface="Arial"/>
                <a:cs typeface="Arial"/>
              </a:defRPr>
            </a:pPr>
            <a:r>
              <a:rPr sz="1500" b="0" i="0">
                <a:solidFill>
                  <a:srgbClr val="FFFFFF"/>
                </a:solidFill>
                <a:latin typeface="Arial"/>
                <a:ea typeface="Arial"/>
                <a:cs typeface="Arial"/>
              </a:rPr>
              <a:t>Web console</a:t>
            </a:r>
          </a:p>
          <a:p xmlns:a="http://schemas.openxmlformats.org/drawingml/2006/main">
            <a:pPr algn="ctr">
              <a:buNone/>
              <a:defRPr sz="1500" b="0">
                <a:solidFill>
                  <a:srgbClr val="FFFFFF"/>
                </a:solidFill>
                <a:latin typeface="Arial"/>
                <a:ea typeface="Arial"/>
                <a:cs typeface="Arial"/>
              </a:defRPr>
            </a:pPr>
            <a:r>
              <a:rPr sz="1500" b="0" i="0">
                <a:solidFill>
                  <a:srgbClr val="FFFFFF"/>
                </a:solidFill>
                <a:latin typeface="Arial"/>
                <a:ea typeface="Arial"/>
                <a:cs typeface="Arial"/>
              </a:rPr>
              <a:t>operator input</a:t>
            </a:r>
          </a:p>
        </p:txBody>
      </p:sp>
      <p:sp>
        <p:nvSpPr>
          <p:cNvPr id="6" name="Right Arrow 5">
            <a:extLst xmlns:a="http://schemas.openxmlformats.org/drawingml/2006/main">
              <a:ext uri="{FF2B5EF4-FFF2-40B4-BE49-F238E27FC236}">
                <a16:creationId xmlns:a16="http://schemas.microsoft.com/office/drawing/2014/main" id="{3F995770-6BAA-4966-9296-581190CE0A7B}"/>
              </a:ext>
            </a:extLst>
          </p:cNvPr>
          <p:cNvSpPr>
            <a:spLocks xmlns:a="http://schemas.openxmlformats.org/drawingml/2006/main" noGrp="1"/>
          </p:cNvSpPr>
          <p:nvPr/>
        </p:nvSpPr>
        <p:spPr>
          <a:xfrm xmlns:a="http://schemas.openxmlformats.org/drawingml/2006/main" rot="0" flipV="1">
            <a:off x="2809875" y="2752725"/>
            <a:ext cx="1333500" cy="209550"/>
          </a:xfrm>
          <a:prstGeom xmlns:a="http://schemas.openxmlformats.org/drawingml/2006/main" prst="rightArrow">
            <a:avLst/>
          </a:prstGeom>
          <a:solidFill xmlns:a="http://schemas.openxmlformats.org/drawingml/2006/main">
            <a:srgbClr val="64A0C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ounded Rectangle 6">
            <a:extLst xmlns:a="http://schemas.openxmlformats.org/drawingml/2006/main">
              <a:ext uri="{FF2B5EF4-FFF2-40B4-BE49-F238E27FC236}">
                <a16:creationId xmlns:a16="http://schemas.microsoft.com/office/drawing/2014/main" id="{ABD03F52-0D43-4D31-8D97-D3D7FC75C2A8}"/>
              </a:ext>
            </a:extLst>
          </p:cNvPr>
          <p:cNvSpPr>
            <a:spLocks xmlns:a="http://schemas.openxmlformats.org/drawingml/2006/main" noGrp="1"/>
          </p:cNvSpPr>
          <p:nvPr/>
        </p:nvSpPr>
        <p:spPr>
          <a:xfrm xmlns:a="http://schemas.openxmlformats.org/drawingml/2006/main">
            <a:off x="1009841" y="2483398"/>
            <a:ext cx="1572768" cy="1047750"/>
          </a:xfrm>
          <a:prstGeom xmlns:a="http://schemas.openxmlformats.org/drawingml/2006/main" prst="roundRect">
            <a:avLst>
              <a:gd name="adj" fmla="val 5500"/>
            </a:avLst>
          </a:prstGeom>
          <a:solidFill xmlns:a="http://schemas.openxmlformats.org/drawingml/2006/main">
            <a:srgbClr val="FFFFFF"/>
          </a:solidFill>
          <a:ln xmlns:a="http://schemas.openxmlformats.org/drawingml/2006/main">
            <a:noFill/>
          </a:ln>
          <a:effectLst xmlns:a="http://schemas.openxmlformats.org/drawingml/2006/main">
            <a:outerShdw blurRad="91440" dist="32004" dir="5400000" rotWithShape="0">
              <a:srgbClr val="7A8CA0">
                <a:alpha val="26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46304" tIns="128016" rIns="118872" bIns="73152" anchor="t">
            <a:noAutofit/>
          </a:bodyPr>
          <a:lstStyle xmlns:a="http://schemas.openxmlformats.org/drawingml/2006/main"/>
          <a:p xmlns:a="http://schemas.openxmlformats.org/drawingml/2006/main">
            <a:pPr algn="l">
              <a:buNone/>
              <a:defRPr sz="1200" b="0">
                <a:solidFill>
                  <a:srgbClr val="005293"/>
                </a:solidFill>
                <a:latin typeface="Arial"/>
                <a:ea typeface="Arial"/>
                <a:cs typeface="Arial"/>
              </a:defRPr>
            </a:pPr>
            <a:r>
              <a:rPr sz="1200" b="0" i="0">
                <a:solidFill>
                  <a:srgbClr val="005293"/>
                </a:solidFill>
                <a:latin typeface="Arial"/>
                <a:ea typeface="Arial"/>
                <a:cs typeface="Arial"/>
              </a:rPr>
              <a:t>Inputs</a:t>
            </a:r>
          </a:p>
          <a:p xmlns:a="http://schemas.openxmlformats.org/drawingml/2006/main">
            <a:pPr algn="l">
              <a:lnSpc>
                <a:spcPct val="108000"/>
              </a:lnSpc>
              <a:spcBef>
                <a:spcPts val="600"/>
              </a:spcBef>
              <a:buNone/>
              <a:defRPr sz="1200" b="0">
                <a:solidFill>
                  <a:srgbClr val="005293"/>
                </a:solidFill>
                <a:latin typeface="Arial"/>
                <a:ea typeface="Arial"/>
                <a:cs typeface="Arial"/>
              </a:defRPr>
            </a:pPr>
            <a:r>
              <a:rPr sz="1200" b="0" i="0">
                <a:solidFill>
                  <a:srgbClr val="005293"/>
                </a:solidFill>
                <a:latin typeface="Arial"/>
                <a:ea typeface="Arial"/>
                <a:cs typeface="Arial"/>
              </a:rPr>
              <a:t>CSV recordings</a:t>
            </a:r>
          </a:p>
          <a:p xmlns:a="http://schemas.openxmlformats.org/drawingml/2006/main">
            <a:pPr algn="l">
              <a:lnSpc>
                <a:spcPct val="108000"/>
              </a:lnSpc>
              <a:spcBef>
                <a:spcPts val="600"/>
              </a:spcBef>
              <a:buNone/>
              <a:defRPr sz="1200" b="0">
                <a:solidFill>
                  <a:srgbClr val="005293"/>
                </a:solidFill>
                <a:latin typeface="Arial"/>
                <a:ea typeface="Arial"/>
                <a:cs typeface="Arial"/>
              </a:defRPr>
            </a:pPr>
            <a:r>
              <a:rPr sz="1200" b="0" i="0">
                <a:solidFill>
                  <a:srgbClr val="005293"/>
                </a:solidFill>
                <a:latin typeface="Arial"/>
                <a:ea typeface="Arial"/>
                <a:cs typeface="Arial"/>
              </a:rPr>
              <a:t>and saved poses</a:t>
            </a:r>
          </a:p>
        </p:txBody>
      </p:sp>
      <p:sp>
        <p:nvSpPr>
          <p:cNvPr id="8" name="Rounded Rectangle 7">
            <a:extLst xmlns:a="http://schemas.openxmlformats.org/drawingml/2006/main">
              <a:ext uri="{FF2B5EF4-FFF2-40B4-BE49-F238E27FC236}">
                <a16:creationId xmlns:a16="http://schemas.microsoft.com/office/drawing/2014/main" id="{546DEC91-2EBF-4C01-9E4A-8799A9F17A39}"/>
              </a:ext>
            </a:extLst>
          </p:cNvPr>
          <p:cNvSpPr>
            <a:spLocks xmlns:a="http://schemas.openxmlformats.org/drawingml/2006/main" noGrp="1"/>
          </p:cNvSpPr>
          <p:nvPr/>
        </p:nvSpPr>
        <p:spPr>
          <a:xfrm xmlns:a="http://schemas.openxmlformats.org/drawingml/2006/main">
            <a:off x="7470226" y="2483398"/>
            <a:ext cx="1572768" cy="1047750"/>
          </a:xfrm>
          <a:prstGeom xmlns:a="http://schemas.openxmlformats.org/drawingml/2006/main" prst="roundRect">
            <a:avLst>
              <a:gd name="adj" fmla="val 5500"/>
            </a:avLst>
          </a:prstGeom>
          <a:solidFill xmlns:a="http://schemas.openxmlformats.org/drawingml/2006/main">
            <a:srgbClr val="FFFFFF"/>
          </a:solidFill>
          <a:ln xmlns:a="http://schemas.openxmlformats.org/drawingml/2006/main">
            <a:noFill/>
          </a:ln>
          <a:effectLst xmlns:a="http://schemas.openxmlformats.org/drawingml/2006/main">
            <a:outerShdw blurRad="91440" dist="32004" dir="5400000" rotWithShape="0">
              <a:srgbClr val="7A8CA0">
                <a:alpha val="26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46304" tIns="128016" rIns="118872" bIns="73152" anchor="t">
            <a:noAutofit/>
          </a:bodyPr>
          <a:lstStyle xmlns:a="http://schemas.openxmlformats.org/drawingml/2006/main"/>
          <a:p xmlns:a="http://schemas.openxmlformats.org/drawingml/2006/main">
            <a:pPr algn="l">
              <a:buNone/>
              <a:defRPr sz="1200" b="0">
                <a:solidFill>
                  <a:srgbClr val="005293"/>
                </a:solidFill>
                <a:latin typeface="Arial"/>
                <a:ea typeface="Arial"/>
                <a:cs typeface="Arial"/>
              </a:defRPr>
            </a:pPr>
            <a:r>
              <a:rPr sz="1200" b="0">
                <a:solidFill>
                  <a:srgbClr val="005293"/>
                </a:solidFill>
                <a:latin typeface="Arial"/>
                <a:ea typeface="Arial"/>
                <a:cs typeface="Arial"/>
              </a:rPr>
              <a:t>Hardware</a:t>
            </a:r>
            <a:endParaRPr sz="1250" b="1" i="0">
              <a:solidFill>
                <a:srgbClr val="005293"/>
              </a:solidFill>
              <a:latin typeface="Arial"/>
              <a:ea typeface="Arial"/>
              <a:cs typeface="Arial"/>
            </a:endParaRPr>
          </a:p>
          <a:p xmlns:a="http://schemas.openxmlformats.org/drawingml/2006/main">
            <a:pPr algn="l">
              <a:lnSpc>
                <a:spcPct val="108000"/>
              </a:lnSpc>
              <a:spcBef>
                <a:spcPts val="600"/>
              </a:spcBef>
              <a:buNone/>
              <a:defRPr sz="1200" b="0">
                <a:solidFill>
                  <a:srgbClr val="005293"/>
                </a:solidFill>
                <a:latin typeface="Arial"/>
                <a:ea typeface="Arial"/>
                <a:cs typeface="Arial"/>
              </a:defRPr>
            </a:pPr>
            <a:r>
              <a:rPr sz="1200" b="0" i="0">
                <a:solidFill>
                  <a:srgbClr val="005293"/>
                </a:solidFill>
                <a:latin typeface="Arial"/>
                <a:ea typeface="Arial"/>
                <a:cs typeface="Arial"/>
              </a:rPr>
              <a:t>five servos</a:t>
            </a:r>
            <a:endParaRPr sz="950" b="0" i="0">
              <a:solidFill>
                <a:srgbClr val="333B49"/>
              </a:solidFill>
              <a:latin typeface="Arial"/>
              <a:ea typeface="Arial"/>
              <a:cs typeface="Arial"/>
            </a:endParaRPr>
          </a:p>
          <a:p xmlns:a="http://schemas.openxmlformats.org/drawingml/2006/main">
            <a:pPr algn="l">
              <a:lnSpc>
                <a:spcPct val="108000"/>
              </a:lnSpc>
              <a:spcBef>
                <a:spcPts val="600"/>
              </a:spcBef>
              <a:buNone/>
              <a:defRPr sz="1200" b="0">
                <a:solidFill>
                  <a:srgbClr val="005293"/>
                </a:solidFill>
                <a:latin typeface="Arial"/>
                <a:ea typeface="Arial"/>
                <a:cs typeface="Arial"/>
              </a:defRPr>
            </a:pPr>
            <a:r>
              <a:rPr sz="1200" b="0" i="0">
                <a:solidFill>
                  <a:srgbClr val="005293"/>
                </a:solidFill>
                <a:latin typeface="Arial"/>
                <a:ea typeface="Arial"/>
                <a:cs typeface="Arial"/>
              </a:rPr>
              <a:t>on one bus</a:t>
            </a:r>
            <a:endParaRPr sz="950" b="0" i="0">
              <a:solidFill>
                <a:srgbClr val="333B49"/>
              </a:solidFill>
              <a:latin typeface="Arial"/>
              <a:ea typeface="Arial"/>
              <a:cs typeface="Arial"/>
            </a:endParaRPr>
          </a:p>
        </p:txBody>
      </p:sp>
      <p:sp>
        <p:nvSpPr>
          <p:cNvPr id="10" name="Rounded Rectangle 9">
            <a:extLst xmlns:a="http://schemas.openxmlformats.org/drawingml/2006/main">
              <a:ext uri="{FF2B5EF4-FFF2-40B4-BE49-F238E27FC236}">
                <a16:creationId xmlns:a16="http://schemas.microsoft.com/office/drawing/2014/main" id="{077A094F-2FD3-4797-8003-2BD4D6F3B617}"/>
              </a:ext>
            </a:extLst>
          </p:cNvPr>
          <p:cNvSpPr>
            <a:spLocks xmlns:a="http://schemas.openxmlformats.org/drawingml/2006/main" noGrp="1"/>
          </p:cNvSpPr>
          <p:nvPr/>
        </p:nvSpPr>
        <p:spPr>
          <a:xfrm xmlns:a="http://schemas.openxmlformats.org/drawingml/2006/main">
            <a:off x="4308057" y="2414019"/>
            <a:ext cx="1572768" cy="1047750"/>
          </a:xfrm>
          <a:prstGeom xmlns:a="http://schemas.openxmlformats.org/drawingml/2006/main" prst="roundRect">
            <a:avLst>
              <a:gd name="adj" fmla="val 5500"/>
            </a:avLst>
          </a:prstGeom>
          <a:solidFill xmlns:a="http://schemas.openxmlformats.org/drawingml/2006/main">
            <a:srgbClr val="FFFFFF"/>
          </a:solidFill>
          <a:ln xmlns:a="http://schemas.openxmlformats.org/drawingml/2006/main">
            <a:noFill/>
          </a:ln>
          <a:effectLst xmlns:a="http://schemas.openxmlformats.org/drawingml/2006/main">
            <a:outerShdw blurRad="91440" dist="32004" dir="5400000" rotWithShape="0">
              <a:srgbClr val="7A8CA0">
                <a:alpha val="26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46304" tIns="128016" rIns="118872" bIns="73152" anchor="t">
            <a:noAutofit/>
          </a:bodyPr>
          <a:lstStyle xmlns:a="http://schemas.openxmlformats.org/drawingml/2006/main"/>
          <a:p xmlns:a="http://schemas.openxmlformats.org/drawingml/2006/main">
            <a:pPr algn="l">
              <a:buNone/>
              <a:defRPr sz="1200" b="0">
                <a:solidFill>
                  <a:srgbClr val="005293"/>
                </a:solidFill>
                <a:latin typeface="Arial"/>
                <a:ea typeface="Arial"/>
                <a:cs typeface="Arial"/>
              </a:defRPr>
            </a:pPr>
            <a:r>
              <a:rPr sz="1200" b="0" i="0">
                <a:solidFill>
                  <a:srgbClr val="005293"/>
                </a:solidFill>
                <a:latin typeface="Arial"/>
                <a:ea typeface="Arial"/>
                <a:cs typeface="Arial"/>
              </a:rPr>
              <a:t>Executor</a:t>
            </a:r>
          </a:p>
          <a:p xmlns:a="http://schemas.openxmlformats.org/drawingml/2006/main">
            <a:pPr algn="l">
              <a:lnSpc>
                <a:spcPct val="108000"/>
              </a:lnSpc>
              <a:spcBef>
                <a:spcPts val="600"/>
              </a:spcBef>
              <a:buNone/>
              <a:defRPr sz="1200" b="0">
                <a:solidFill>
                  <a:srgbClr val="005293"/>
                </a:solidFill>
                <a:latin typeface="Arial"/>
                <a:ea typeface="Arial"/>
                <a:cs typeface="Arial"/>
              </a:defRPr>
            </a:pPr>
            <a:r>
              <a:rPr sz="1200" b="0">
                <a:solidFill>
                  <a:srgbClr val="005293"/>
                </a:solidFill>
                <a:latin typeface="Arial"/>
                <a:ea typeface="Arial"/>
                <a:cs typeface="Arial"/>
              </a:rPr>
              <a:t>relative targets</a:t>
            </a:r>
            <a:endParaRPr sz="950" b="0" i="0">
              <a:solidFill>
                <a:srgbClr val="333B49"/>
              </a:solidFill>
              <a:latin typeface="Arial"/>
              <a:ea typeface="Arial"/>
              <a:cs typeface="Arial"/>
            </a:endParaRPr>
          </a:p>
          <a:p xmlns:a="http://schemas.openxmlformats.org/drawingml/2006/main">
            <a:pPr algn="l">
              <a:lnSpc>
                <a:spcPct val="108000"/>
              </a:lnSpc>
              <a:spcBef>
                <a:spcPts val="600"/>
              </a:spcBef>
              <a:buNone/>
              <a:defRPr sz="1200" b="0">
                <a:solidFill>
                  <a:srgbClr val="005293"/>
                </a:solidFill>
                <a:latin typeface="Arial"/>
                <a:ea typeface="Arial"/>
                <a:cs typeface="Arial"/>
              </a:defRPr>
            </a:pPr>
            <a:r>
              <a:rPr sz="1200" b="0">
                <a:solidFill>
                  <a:srgbClr val="005293"/>
                </a:solidFill>
                <a:latin typeface="Arial"/>
                <a:ea typeface="Arial"/>
                <a:cs typeface="Arial"/>
              </a:rPr>
              <a:t>home and stop</a:t>
            </a:r>
            <a:endParaRPr sz="950" b="0" i="0">
              <a:solidFill>
                <a:srgbClr val="333B49"/>
              </a:solidFill>
              <a:latin typeface="Arial"/>
              <a:ea typeface="Arial"/>
              <a:cs typeface="Arial"/>
            </a:endParaRPr>
          </a:p>
        </p:txBody>
      </p:sp>
      <p:sp>
        <p:nvSpPr>
          <p:cNvPr id="11" name="TextBox 10">
            <a:extLst xmlns:a="http://schemas.openxmlformats.org/drawingml/2006/main">
              <a:ext uri="{FF2B5EF4-FFF2-40B4-BE49-F238E27FC236}">
                <a16:creationId xmlns:a16="http://schemas.microsoft.com/office/drawing/2014/main" id="{4AADEE8C-A272-445F-9A0A-09C4C369CB9E}"/>
              </a:ext>
            </a:extLst>
          </p:cNvPr>
          <p:cNvSpPr>
            <a:spLocks xmlns:a="http://schemas.openxmlformats.org/drawingml/2006/main" noGrp="1"/>
          </p:cNvSpPr>
          <p:nvPr/>
        </p:nvSpPr>
        <p:spPr>
          <a:xfrm xmlns:a="http://schemas.openxmlformats.org/drawingml/2006/main">
            <a:off x="342900" y="3590925"/>
            <a:ext cx="8477250" cy="9525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237744" indent="-237744">
              <a:lnSpc>
                <a:spcPct val="110000"/>
              </a:lnSpc>
              <a:spcAft>
                <a:spcPts val="300"/>
              </a:spcAft>
              <a:buNone/>
              <a:defRPr sz="1350" b="0">
                <a:solidFill>
                  <a:srgbClr val="222222"/>
                </a:solidFill>
                <a:latin typeface="Arial"/>
                <a:ea typeface="Arial"/>
                <a:cs typeface="Arial"/>
              </a:defRPr>
            </a:pPr>
            <a:r>
              <a:rPr sz="1350" b="0" i="0">
                <a:solidFill>
                  <a:srgbClr val="222222"/>
                </a:solidFill>
                <a:latin typeface="Arial"/>
                <a:ea typeface="Arial"/>
                <a:cs typeface="Arial"/>
              </a:rPr>
              <a:t>Jetson Nano 4 GB runs the action console.</a:t>
            </a:r>
          </a:p>
          <a:p xmlns:a="http://schemas.openxmlformats.org/drawingml/2006/main">
            <a:pPr marL="237744" indent="-237744">
              <a:lnSpc>
                <a:spcPct val="100000"/>
              </a:lnSpc>
              <a:spcAft>
                <a:spcPts val="300"/>
              </a:spcAft>
              <a:buNone/>
              <a:defRPr sz="1350" b="0">
                <a:solidFill>
                  <a:srgbClr val="222222"/>
                </a:solidFill>
                <a:latin typeface="Arial"/>
                <a:ea typeface="Arial"/>
                <a:cs typeface="Arial"/>
              </a:defRPr>
            </a:pPr>
            <a:r>
              <a:rPr sz="1350" b="0" i="0">
                <a:solidFill>
                  <a:srgbClr val="222222"/>
                </a:solidFill>
                <a:latin typeface="Arial"/>
                <a:ea typeface="Arial"/>
                <a:cs typeface="Arial"/>
              </a:rPr>
              <a:t>One worker sends joint targets and reads motor feedback.</a:t>
            </a:r>
            <a:endParaRPr sz="1600"/>
          </a:p>
          <a:p xmlns:a="http://schemas.openxmlformats.org/drawingml/2006/main">
            <a:pPr marL="237744" indent="-237744">
              <a:lnSpc>
                <a:spcPct val="100000"/>
              </a:lnSpc>
              <a:spcAft>
                <a:spcPts val="300"/>
              </a:spcAft>
              <a:buNone/>
              <a:defRPr sz="1350" b="0">
                <a:solidFill>
                  <a:srgbClr val="222222"/>
                </a:solidFill>
                <a:latin typeface="Arial"/>
                <a:ea typeface="Arial"/>
                <a:cs typeface="Arial"/>
              </a:defRPr>
            </a:pPr>
            <a:r>
              <a:rPr sz="1350" b="0" i="0">
                <a:solidFill>
                  <a:srgbClr val="222222"/>
                </a:solidFill>
                <a:latin typeface="Arial"/>
                <a:ea typeface="Arial"/>
                <a:cs typeface="Arial"/>
              </a:rPr>
              <a:t>Voice recognition is not connected to this execution path.</a:t>
            </a:r>
          </a:p>
        </p:txBody>
      </p:sp>
      <p:sp>
        <p:nvSpPr>
          <p:cNvPr id="14" name="Right Arrow 5">
            <a:extLst xmlns:a="http://schemas.openxmlformats.org/drawingml/2006/main">
              <a:ext uri="{FF2B5EF4-FFF2-40B4-BE49-F238E27FC236}">
                <a16:creationId xmlns:a16="http://schemas.microsoft.com/office/drawing/2014/main" id="{B52AFC1A-77E0-56F7-7F7F-FD270B676C4F}"/>
              </a:ext>
            </a:extLst>
          </p:cNvPr>
          <p:cNvSpPr>
            <a:spLocks xmlns:a="http://schemas.openxmlformats.org/drawingml/2006/main" noGrp="1"/>
          </p:cNvSpPr>
          <p:nvPr/>
        </p:nvSpPr>
        <p:spPr>
          <a:xfrm xmlns:a="http://schemas.openxmlformats.org/drawingml/2006/main" rot="0" flipV="1">
            <a:off x="6048375" y="2752725"/>
            <a:ext cx="1238250" cy="209550"/>
          </a:xfrm>
          <a:prstGeom xmlns:a="http://schemas.openxmlformats.org/drawingml/2006/main" prst="rightArrow">
            <a:avLst/>
          </a:prstGeom>
          <a:solidFill xmlns:a="http://schemas.openxmlformats.org/drawingml/2006/main">
            <a:srgbClr val="64A0C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Right Arrow 5">
            <a:extLst xmlns:a="http://schemas.openxmlformats.org/drawingml/2006/main">
              <a:ext uri="{FF2B5EF4-FFF2-40B4-BE49-F238E27FC236}">
                <a16:creationId xmlns:a16="http://schemas.microsoft.com/office/drawing/2014/main" id="{930B6700-753C-18C0-22E5-FB43732D73EA}"/>
              </a:ext>
            </a:extLst>
          </p:cNvPr>
          <p:cNvSpPr>
            <a:spLocks xmlns:a="http://schemas.openxmlformats.org/drawingml/2006/main" noGrp="1"/>
          </p:cNvSpPr>
          <p:nvPr/>
        </p:nvSpPr>
        <p:spPr>
          <a:xfrm xmlns:a="http://schemas.openxmlformats.org/drawingml/2006/main" rot="5400000" flipV="1">
            <a:off x="4991100" y="2171700"/>
            <a:ext cx="285750" cy="171450"/>
          </a:xfrm>
          <a:prstGeom xmlns:a="http://schemas.openxmlformats.org/drawingml/2006/main" prst="rightArrow">
            <a:avLst/>
          </a:prstGeom>
          <a:solidFill xmlns:a="http://schemas.openxmlformats.org/drawingml/2006/main">
            <a:srgbClr val="64A0C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extLst>
      <p:ext uri="{BB962C8B-B14F-4D97-AF65-F5344CB8AC3E}">
        <p14:creationId xmlns:p14="http://schemas.microsoft.com/office/powerpoint/2010/main" val="64140128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23757DC9-4D5A-4E71-9FB8-88C430CFFEDF}"/>
              </a:ext>
            </a:extLst>
          </p:cNvPr>
          <p:cNvSpPr>
            <a:spLocks xmlns:a="http://schemas.openxmlformats.org/drawingml/2006/main" noGrp="1"/>
          </p:cNvSpPr>
          <p:nvPr/>
        </p:nvSpPr>
        <p:spPr>
          <a:xfrm xmlns:a="http://schemas.openxmlformats.org/drawingml/2006/main">
            <a:off x="8138160" y="4855464"/>
            <a:ext cx="685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r">
              <a:buNone/>
            </a:pPr>
            <a:r>
              <a:rPr sz="900" b="0" i="0">
                <a:solidFill>
                  <a:srgbClr val="64A0C8"/>
                </a:solidFill>
                <a:latin typeface="Arial"/>
                <a:ea typeface="Arial"/>
                <a:cs typeface="Arial"/>
              </a:rPr>
              <a:t>10</a:t>
            </a:r>
          </a:p>
        </p:txBody>
      </p:sp>
      <p:sp>
        <p:nvSpPr>
          <p:cNvPr id="3" name="TextBox 2">
            <a:extLst xmlns:a="http://schemas.openxmlformats.org/drawingml/2006/main">
              <a:ext uri="{FF2B5EF4-FFF2-40B4-BE49-F238E27FC236}">
                <a16:creationId xmlns:a16="http://schemas.microsoft.com/office/drawing/2014/main" id="{826768E3-424D-4619-9224-69E55AF00B9B}"/>
              </a:ext>
            </a:extLst>
          </p:cNvPr>
          <p:cNvSpPr>
            <a:spLocks xmlns:a="http://schemas.openxmlformats.org/drawingml/2006/main" noGrp="1"/>
          </p:cNvSpPr>
          <p:nvPr/>
        </p:nvSpPr>
        <p:spPr>
          <a:xfrm xmlns:a="http://schemas.openxmlformats.org/drawingml/2006/main">
            <a:off x="320040" y="457200"/>
            <a:ext cx="7635240" cy="4381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buNone/>
              <a:defRPr sz="2250" b="1">
                <a:solidFill>
                  <a:srgbClr val="222222"/>
                </a:solidFill>
                <a:latin typeface="Arial"/>
                <a:ea typeface="Arial"/>
                <a:cs typeface="Arial"/>
              </a:defRPr>
            </a:pPr>
            <a:r>
              <a:rPr sz="2250" b="1" i="0">
                <a:solidFill>
                  <a:srgbClr val="222222"/>
                </a:solidFill>
                <a:latin typeface="Arial"/>
                <a:ea typeface="Arial"/>
                <a:cs typeface="Arial"/>
              </a:rPr>
              <a:t>Action playback workflow</a:t>
            </a:r>
          </a:p>
        </p:txBody>
      </p:sp>
      <p:sp>
        <p:nvSpPr>
          <p:cNvPr id="4" name="TextBox 3">
            <a:extLst xmlns:a="http://schemas.openxmlformats.org/drawingml/2006/main">
              <a:ext uri="{FF2B5EF4-FFF2-40B4-BE49-F238E27FC236}">
                <a16:creationId xmlns:a16="http://schemas.microsoft.com/office/drawing/2014/main" id="{2EC60FE7-0486-414B-99D6-691DBAF289D5}"/>
              </a:ext>
            </a:extLst>
          </p:cNvPr>
          <p:cNvSpPr>
            <a:spLocks xmlns:a="http://schemas.openxmlformats.org/drawingml/2006/main" noGrp="1"/>
          </p:cNvSpPr>
          <p:nvPr/>
        </p:nvSpPr>
        <p:spPr>
          <a:xfrm xmlns:a="http://schemas.openxmlformats.org/drawingml/2006/main">
            <a:off x="310896" y="1005840"/>
            <a:ext cx="8513064"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05293"/>
                </a:solidFill>
                <a:latin typeface="Arial"/>
                <a:ea typeface="Arial"/>
                <a:cs typeface="Arial"/>
              </a:defRPr>
            </a:pPr>
            <a:r>
              <a:rPr sz="1350" b="1" i="0">
                <a:solidFill>
                  <a:srgbClr val="005293"/>
                </a:solidFill>
                <a:latin typeface="Arial"/>
                <a:ea typeface="Arial"/>
                <a:cs typeface="Arial"/>
              </a:rPr>
              <a:t>One saved home pose provides a consistent starting point</a:t>
            </a:r>
          </a:p>
        </p:txBody>
      </p:sp>
      <p:sp>
        <p:nvSpPr>
          <p:cNvPr id="5" name="Rounded Rectangle 4">
            <a:extLst xmlns:a="http://schemas.openxmlformats.org/drawingml/2006/main">
              <a:ext uri="{FF2B5EF4-FFF2-40B4-BE49-F238E27FC236}">
                <a16:creationId xmlns:a16="http://schemas.microsoft.com/office/drawing/2014/main" id="{F9EBB6FD-358D-4DBD-9DB9-366481EC8984}"/>
              </a:ext>
            </a:extLst>
          </p:cNvPr>
          <p:cNvSpPr>
            <a:spLocks xmlns:a="http://schemas.openxmlformats.org/drawingml/2006/main" noGrp="1"/>
          </p:cNvSpPr>
          <p:nvPr/>
        </p:nvSpPr>
        <p:spPr>
          <a:xfrm xmlns:a="http://schemas.openxmlformats.org/drawingml/2006/main">
            <a:off x="320040" y="2227344"/>
            <a:ext cx="2697480" cy="914400"/>
          </a:xfrm>
          <a:prstGeom xmlns:a="http://schemas.openxmlformats.org/drawingml/2006/main" prst="roundRect">
            <a:avLst>
              <a:gd name="adj" fmla="val 6500"/>
            </a:avLst>
          </a:prstGeom>
          <a:solidFill xmlns:a="http://schemas.openxmlformats.org/drawingml/2006/main">
            <a:srgbClr val="FFFFFF"/>
          </a:solidFill>
          <a:ln xmlns:a="http://schemas.openxmlformats.org/drawingml/2006/main">
            <a:noFill/>
          </a:ln>
          <a:effectLst xmlns:a="http://schemas.openxmlformats.org/drawingml/2006/main">
            <a:outerShdw blurRad="91440" dist="32004" dir="5400000" rotWithShape="0">
              <a:srgbClr val="7A8CA0">
                <a:alpha val="26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64592" tIns="146304" rIns="128016" anchor="t">
            <a:noAutofit/>
          </a:bodyPr>
          <a:lstStyle xmlns:a="http://schemas.openxmlformats.org/drawingml/2006/main"/>
          <a:p xmlns:a="http://schemas.openxmlformats.org/drawingml/2006/main">
            <a:pPr algn="l">
              <a:buNone/>
              <a:defRPr sz="1350" b="0">
                <a:solidFill>
                  <a:srgbClr val="005293"/>
                </a:solidFill>
                <a:latin typeface="Arial"/>
                <a:ea typeface="Arial"/>
                <a:cs typeface="Arial"/>
              </a:defRPr>
            </a:pPr>
            <a:r>
              <a:rPr sz="1350" b="0" i="0">
                <a:solidFill>
                  <a:srgbClr val="005293"/>
                </a:solidFill>
                <a:latin typeface="Arial"/>
                <a:ea typeface="Arial"/>
                <a:cs typeface="Arial"/>
              </a:rPr>
              <a:t>01  Set home</a:t>
            </a:r>
          </a:p>
          <a:p xmlns:a="http://schemas.openxmlformats.org/drawingml/2006/main">
            <a:pPr algn="l">
              <a:lnSpc>
                <a:spcPct val="108000"/>
              </a:lnSpc>
              <a:spcBef>
                <a:spcPts val="600"/>
              </a:spcBef>
              <a:buNone/>
              <a:defRPr sz="1350" b="0">
                <a:solidFill>
                  <a:srgbClr val="005293"/>
                </a:solidFill>
                <a:latin typeface="Arial"/>
                <a:ea typeface="Arial"/>
                <a:cs typeface="Arial"/>
              </a:defRPr>
            </a:pPr>
            <a:r>
              <a:rPr sz="1350" b="0" i="0">
                <a:solidFill>
                  <a:srgbClr val="005293"/>
                </a:solidFill>
                <a:latin typeface="Arial"/>
                <a:ea typeface="Arial"/>
                <a:cs typeface="Arial"/>
              </a:rPr>
              <a:t>Position, save and enable</a:t>
            </a:r>
          </a:p>
        </p:txBody>
      </p:sp>
      <p:sp>
        <p:nvSpPr>
          <p:cNvPr id="6" name="Right Arrow 5">
            <a:extLst xmlns:a="http://schemas.openxmlformats.org/drawingml/2006/main">
              <a:ext uri="{FF2B5EF4-FFF2-40B4-BE49-F238E27FC236}">
                <a16:creationId xmlns:a16="http://schemas.microsoft.com/office/drawing/2014/main" id="{9FD67FA0-36D4-489C-8187-E1255C48C2EA}"/>
              </a:ext>
            </a:extLst>
          </p:cNvPr>
          <p:cNvSpPr>
            <a:spLocks xmlns:a="http://schemas.openxmlformats.org/drawingml/2006/main" noGrp="1"/>
          </p:cNvSpPr>
          <p:nvPr/>
        </p:nvSpPr>
        <p:spPr>
          <a:xfrm xmlns:a="http://schemas.openxmlformats.org/drawingml/2006/main">
            <a:off x="2999232" y="2611392"/>
            <a:ext cx="210312" cy="237744"/>
          </a:xfrm>
          <a:prstGeom xmlns:a="http://schemas.openxmlformats.org/drawingml/2006/main" prst="rightArrow">
            <a:avLst/>
          </a:prstGeom>
          <a:solidFill xmlns:a="http://schemas.openxmlformats.org/drawingml/2006/main">
            <a:srgbClr val="64A0C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2400"/>
          </a:p>
        </p:txBody>
      </p:sp>
      <p:sp>
        <p:nvSpPr>
          <p:cNvPr id="7" name="Rounded Rectangle 6">
            <a:extLst xmlns:a="http://schemas.openxmlformats.org/drawingml/2006/main">
              <a:ext uri="{FF2B5EF4-FFF2-40B4-BE49-F238E27FC236}">
                <a16:creationId xmlns:a16="http://schemas.microsoft.com/office/drawing/2014/main" id="{530989A8-3FD9-40CD-80C9-FE2353440FB7}"/>
              </a:ext>
            </a:extLst>
          </p:cNvPr>
          <p:cNvSpPr>
            <a:spLocks xmlns:a="http://schemas.openxmlformats.org/drawingml/2006/main" noGrp="1"/>
          </p:cNvSpPr>
          <p:nvPr/>
        </p:nvSpPr>
        <p:spPr>
          <a:xfrm xmlns:a="http://schemas.openxmlformats.org/drawingml/2006/main">
            <a:off x="3227832" y="2227344"/>
            <a:ext cx="2697480" cy="914400"/>
          </a:xfrm>
          <a:prstGeom xmlns:a="http://schemas.openxmlformats.org/drawingml/2006/main" prst="roundRect">
            <a:avLst>
              <a:gd name="adj" fmla="val 6500"/>
            </a:avLst>
          </a:prstGeom>
          <a:solidFill xmlns:a="http://schemas.openxmlformats.org/drawingml/2006/main">
            <a:srgbClr val="FFFFFF"/>
          </a:solidFill>
          <a:ln xmlns:a="http://schemas.openxmlformats.org/drawingml/2006/main">
            <a:noFill/>
          </a:ln>
          <a:effectLst xmlns:a="http://schemas.openxmlformats.org/drawingml/2006/main">
            <a:outerShdw blurRad="91440" dist="32004" dir="5400000" rotWithShape="0">
              <a:srgbClr val="7A8CA0">
                <a:alpha val="26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64592" tIns="146304" rIns="128016" anchor="t">
            <a:noAutofit/>
          </a:bodyPr>
          <a:lstStyle xmlns:a="http://schemas.openxmlformats.org/drawingml/2006/main"/>
          <a:p xmlns:a="http://schemas.openxmlformats.org/drawingml/2006/main">
            <a:pPr algn="l">
              <a:buNone/>
              <a:defRPr sz="1350" b="0">
                <a:solidFill>
                  <a:srgbClr val="005293"/>
                </a:solidFill>
                <a:latin typeface="Arial"/>
                <a:ea typeface="Arial"/>
                <a:cs typeface="Arial"/>
              </a:defRPr>
            </a:pPr>
            <a:r>
              <a:rPr sz="1350" b="0" i="0">
                <a:solidFill>
                  <a:srgbClr val="005293"/>
                </a:solidFill>
                <a:latin typeface="Arial"/>
                <a:ea typeface="Arial"/>
                <a:cs typeface="Arial"/>
              </a:rPr>
              <a:t>02  Select action</a:t>
            </a:r>
          </a:p>
          <a:p xmlns:a="http://schemas.openxmlformats.org/drawingml/2006/main">
            <a:pPr algn="l">
              <a:lnSpc>
                <a:spcPct val="108000"/>
              </a:lnSpc>
              <a:spcBef>
                <a:spcPts val="600"/>
              </a:spcBef>
              <a:buNone/>
              <a:defRPr sz="1350" b="0">
                <a:solidFill>
                  <a:srgbClr val="005293"/>
                </a:solidFill>
                <a:latin typeface="Arial"/>
                <a:ea typeface="Arial"/>
                <a:cs typeface="Arial"/>
              </a:defRPr>
            </a:pPr>
            <a:r>
              <a:rPr sz="1350" b="0" i="0">
                <a:solidFill>
                  <a:srgbClr val="005293"/>
                </a:solidFill>
                <a:latin typeface="Arial"/>
                <a:ea typeface="Arial"/>
                <a:cs typeface="Arial"/>
              </a:rPr>
              <a:t>Move relative to home</a:t>
            </a:r>
          </a:p>
        </p:txBody>
      </p:sp>
      <p:sp>
        <p:nvSpPr>
          <p:cNvPr id="8" name="Right Arrow 7">
            <a:extLst xmlns:a="http://schemas.openxmlformats.org/drawingml/2006/main">
              <a:ext uri="{FF2B5EF4-FFF2-40B4-BE49-F238E27FC236}">
                <a16:creationId xmlns:a16="http://schemas.microsoft.com/office/drawing/2014/main" id="{1956CCE2-4C27-41A1-AEDB-B1E6625D5917}"/>
              </a:ext>
            </a:extLst>
          </p:cNvPr>
          <p:cNvSpPr>
            <a:spLocks xmlns:a="http://schemas.openxmlformats.org/drawingml/2006/main" noGrp="1"/>
          </p:cNvSpPr>
          <p:nvPr/>
        </p:nvSpPr>
        <p:spPr>
          <a:xfrm xmlns:a="http://schemas.openxmlformats.org/drawingml/2006/main">
            <a:off x="5907024" y="2611392"/>
            <a:ext cx="210312" cy="237744"/>
          </a:xfrm>
          <a:prstGeom xmlns:a="http://schemas.openxmlformats.org/drawingml/2006/main" prst="rightArrow">
            <a:avLst/>
          </a:prstGeom>
          <a:solidFill xmlns:a="http://schemas.openxmlformats.org/drawingml/2006/main">
            <a:srgbClr val="64A0C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2400"/>
          </a:p>
        </p:txBody>
      </p:sp>
      <p:sp>
        <p:nvSpPr>
          <p:cNvPr id="9" name="Rounded Rectangle 8">
            <a:extLst xmlns:a="http://schemas.openxmlformats.org/drawingml/2006/main">
              <a:ext uri="{FF2B5EF4-FFF2-40B4-BE49-F238E27FC236}">
                <a16:creationId xmlns:a16="http://schemas.microsoft.com/office/drawing/2014/main" id="{5235A6F7-4190-48EF-8CD9-5146A61D0AB0}"/>
              </a:ext>
            </a:extLst>
          </p:cNvPr>
          <p:cNvSpPr>
            <a:spLocks xmlns:a="http://schemas.openxmlformats.org/drawingml/2006/main" noGrp="1"/>
          </p:cNvSpPr>
          <p:nvPr/>
        </p:nvSpPr>
        <p:spPr>
          <a:xfrm xmlns:a="http://schemas.openxmlformats.org/drawingml/2006/main">
            <a:off x="6135624" y="2227344"/>
            <a:ext cx="2697480" cy="914400"/>
          </a:xfrm>
          <a:prstGeom xmlns:a="http://schemas.openxmlformats.org/drawingml/2006/main" prst="roundRect">
            <a:avLst>
              <a:gd name="adj" fmla="val 6500"/>
            </a:avLst>
          </a:prstGeom>
          <a:solidFill xmlns:a="http://schemas.openxmlformats.org/drawingml/2006/main">
            <a:srgbClr val="FFFFFF"/>
          </a:solidFill>
          <a:ln xmlns:a="http://schemas.openxmlformats.org/drawingml/2006/main">
            <a:noFill/>
          </a:ln>
          <a:effectLst xmlns:a="http://schemas.openxmlformats.org/drawingml/2006/main">
            <a:outerShdw blurRad="91440" dist="32004" dir="5400000" rotWithShape="0">
              <a:srgbClr val="7A8CA0">
                <a:alpha val="26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64592" tIns="146304" rIns="128016" anchor="t">
            <a:noAutofit/>
          </a:bodyPr>
          <a:lstStyle xmlns:a="http://schemas.openxmlformats.org/drawingml/2006/main"/>
          <a:p xmlns:a="http://schemas.openxmlformats.org/drawingml/2006/main">
            <a:pPr algn="l">
              <a:buNone/>
              <a:defRPr sz="1350" b="0">
                <a:solidFill>
                  <a:srgbClr val="005293"/>
                </a:solidFill>
                <a:latin typeface="Arial"/>
                <a:ea typeface="Arial"/>
                <a:cs typeface="Arial"/>
              </a:defRPr>
            </a:pPr>
            <a:r>
              <a:rPr sz="1350" b="0" i="0">
                <a:solidFill>
                  <a:srgbClr val="005293"/>
                </a:solidFill>
                <a:latin typeface="Arial"/>
                <a:ea typeface="Arial"/>
                <a:cs typeface="Arial"/>
              </a:rPr>
              <a:t>03  Return home</a:t>
            </a:r>
          </a:p>
          <a:p xmlns:a="http://schemas.openxmlformats.org/drawingml/2006/main">
            <a:pPr algn="l">
              <a:lnSpc>
                <a:spcPct val="108000"/>
              </a:lnSpc>
              <a:spcBef>
                <a:spcPts val="600"/>
              </a:spcBef>
              <a:buNone/>
              <a:defRPr sz="1350" b="0">
                <a:solidFill>
                  <a:srgbClr val="005293"/>
                </a:solidFill>
                <a:latin typeface="Arial"/>
                <a:ea typeface="Arial"/>
                <a:cs typeface="Arial"/>
              </a:defRPr>
            </a:pPr>
            <a:r>
              <a:rPr sz="1350" b="0" i="0">
                <a:solidFill>
                  <a:srgbClr val="005293"/>
                </a:solidFill>
                <a:latin typeface="Arial"/>
                <a:ea typeface="Arial"/>
                <a:cs typeface="Arial"/>
              </a:rPr>
              <a:t>Then select the next action</a:t>
            </a:r>
          </a:p>
        </p:txBody>
      </p:sp>
      <p:sp>
        <p:nvSpPr>
          <p:cNvPr id="10" name="Rounded Rectangle 9">
            <a:extLst xmlns:a="http://schemas.openxmlformats.org/drawingml/2006/main">
              <a:ext uri="{FF2B5EF4-FFF2-40B4-BE49-F238E27FC236}">
                <a16:creationId xmlns:a16="http://schemas.microsoft.com/office/drawing/2014/main" id="{1444FC04-CA59-406D-BD95-5D579C45EBAA}"/>
              </a:ext>
            </a:extLst>
          </p:cNvPr>
          <p:cNvSpPr>
            <a:spLocks xmlns:a="http://schemas.openxmlformats.org/drawingml/2006/main" noGrp="1"/>
          </p:cNvSpPr>
          <p:nvPr/>
        </p:nvSpPr>
        <p:spPr>
          <a:xfrm xmlns:a="http://schemas.openxmlformats.org/drawingml/2006/main">
            <a:off x="320040" y="3977639"/>
            <a:ext cx="8513064" cy="402336"/>
          </a:xfrm>
          <a:prstGeom xmlns:a="http://schemas.openxmlformats.org/drawingml/2006/main" prst="roundRect">
            <a:avLst/>
          </a:prstGeom>
          <a:solidFill xmlns:a="http://schemas.openxmlformats.org/drawingml/2006/main">
            <a:srgbClr val="EEF3F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09728" tIns="18288" rIns="109728" bIns="18288" anchor="ctr">
            <a:noAutofit/>
          </a:bodyPr>
          <a:lstStyle xmlns:a="http://schemas.openxmlformats.org/drawingml/2006/main"/>
          <a:p xmlns:a="http://schemas.openxmlformats.org/drawingml/2006/main">
            <a:pPr algn="ctr">
              <a:buNone/>
              <a:defRPr sz="1200" b="0">
                <a:solidFill>
                  <a:srgbClr val="005293"/>
                </a:solidFill>
                <a:latin typeface="Arial"/>
                <a:ea typeface="Arial"/>
                <a:cs typeface="Arial"/>
              </a:defRPr>
            </a:pPr>
            <a:r>
              <a:rPr sz="1200" b="0" i="0">
                <a:solidFill>
                  <a:srgbClr val="005293"/>
                </a:solidFill>
                <a:latin typeface="Arial"/>
                <a:ea typeface="Arial"/>
                <a:cs typeface="Arial"/>
              </a:rPr>
              <a:t>Returning home can interrupt playback. Incomplete returns remain visible.</a:t>
            </a:r>
          </a:p>
        </p:txBody>
      </p:sp>
    </p:spTree>
    <p:extLst>
      <p:ext uri="{BB962C8B-B14F-4D97-AF65-F5344CB8AC3E}">
        <p14:creationId xmlns:p14="http://schemas.microsoft.com/office/powerpoint/2010/main" val="49467823"/>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FAA5C351-8892-4553-9B01-C48E1B4316F0}"/>
              </a:ext>
            </a:extLst>
          </p:cNvPr>
          <p:cNvSpPr>
            <a:spLocks xmlns:a="http://schemas.openxmlformats.org/drawingml/2006/main" noGrp="1"/>
          </p:cNvSpPr>
          <p:nvPr/>
        </p:nvSpPr>
        <p:spPr>
          <a:xfrm xmlns:a="http://schemas.openxmlformats.org/drawingml/2006/main">
            <a:off x="8138160" y="4855464"/>
            <a:ext cx="685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r">
              <a:buNone/>
            </a:pPr>
            <a:r>
              <a:rPr sz="900" b="0" i="0">
                <a:solidFill>
                  <a:srgbClr val="64A0C8"/>
                </a:solidFill>
                <a:latin typeface="Arial"/>
                <a:ea typeface="Arial"/>
                <a:cs typeface="Arial"/>
              </a:rPr>
              <a:t>11</a:t>
            </a:r>
          </a:p>
        </p:txBody>
      </p:sp>
      <p:sp>
        <p:nvSpPr>
          <p:cNvPr id="3" name="TextBox 2">
            <a:extLst xmlns:a="http://schemas.openxmlformats.org/drawingml/2006/main">
              <a:ext uri="{FF2B5EF4-FFF2-40B4-BE49-F238E27FC236}">
                <a16:creationId xmlns:a16="http://schemas.microsoft.com/office/drawing/2014/main" id="{554C776B-1C50-4047-8525-107E0BCAFDC7}"/>
              </a:ext>
            </a:extLst>
          </p:cNvPr>
          <p:cNvSpPr>
            <a:spLocks xmlns:a="http://schemas.openxmlformats.org/drawingml/2006/main" noGrp="1"/>
          </p:cNvSpPr>
          <p:nvPr/>
        </p:nvSpPr>
        <p:spPr>
          <a:xfrm xmlns:a="http://schemas.openxmlformats.org/drawingml/2006/main">
            <a:off x="320040" y="457200"/>
            <a:ext cx="7635240" cy="43815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nSpc>
                <a:spcPct val="100000"/>
              </a:lnSpc>
              <a:buNone/>
            </a:pPr>
            <a:r>
              <a:rPr sz="2500" b="1" i="0">
                <a:solidFill>
                  <a:srgbClr val="1A1A1A"/>
                </a:solidFill>
                <a:latin typeface="Arial"/>
                <a:ea typeface="Arial"/>
                <a:cs typeface="Arial"/>
              </a:rPr>
              <a:t>Simulation &amp; replay</a:t>
            </a:r>
          </a:p>
        </p:txBody>
      </p:sp>
      <p:sp>
        <p:nvSpPr>
          <p:cNvPr id="4" name="TextBox 3">
            <a:extLst xmlns:a="http://schemas.openxmlformats.org/drawingml/2006/main">
              <a:ext uri="{FF2B5EF4-FFF2-40B4-BE49-F238E27FC236}">
                <a16:creationId xmlns:a16="http://schemas.microsoft.com/office/drawing/2014/main" id="{A2167B98-7482-4DFF-83CB-72775870E863}"/>
              </a:ext>
            </a:extLst>
          </p:cNvPr>
          <p:cNvSpPr>
            <a:spLocks xmlns:a="http://schemas.openxmlformats.org/drawingml/2006/main" noGrp="1"/>
          </p:cNvSpPr>
          <p:nvPr/>
        </p:nvSpPr>
        <p:spPr>
          <a:xfrm xmlns:a="http://schemas.openxmlformats.org/drawingml/2006/main">
            <a:off x="310896" y="987552"/>
            <a:ext cx="8513064"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05293"/>
                </a:solidFill>
                <a:latin typeface="Arial"/>
                <a:ea typeface="Arial"/>
                <a:cs typeface="Arial"/>
              </a:defRPr>
            </a:pPr>
            <a:r>
              <a:rPr sz="1350" b="1" i="0">
                <a:solidFill>
                  <a:srgbClr val="005293"/>
                </a:solidFill>
                <a:latin typeface="Arial"/>
                <a:ea typeface="Arial"/>
                <a:cs typeface="Arial"/>
              </a:rPr>
              <a:t>Reference recordings and a user-defined starting posture</a:t>
            </a:r>
          </a:p>
        </p:txBody>
      </p:sp>
      <p:sp>
        <p:nvSpPr>
          <p:cNvPr id="5" name="TextBox 4">
            <a:extLst xmlns:a="http://schemas.openxmlformats.org/drawingml/2006/main">
              <a:ext uri="{FF2B5EF4-FFF2-40B4-BE49-F238E27FC236}">
                <a16:creationId xmlns:a16="http://schemas.microsoft.com/office/drawing/2014/main" id="{C18BE003-1CB5-4B79-A910-E7531EBAC1E5}"/>
              </a:ext>
            </a:extLst>
          </p:cNvPr>
          <p:cNvSpPr>
            <a:spLocks xmlns:a="http://schemas.openxmlformats.org/drawingml/2006/main" noGrp="1"/>
          </p:cNvSpPr>
          <p:nvPr/>
        </p:nvSpPr>
        <p:spPr>
          <a:xfrm xmlns:a="http://schemas.openxmlformats.org/drawingml/2006/main">
            <a:off x="310896" y="1418930"/>
            <a:ext cx="8513064" cy="5872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237744" indent="-237744">
              <a:lnSpc>
                <a:spcPct val="110000"/>
              </a:lnSpc>
              <a:spcAft>
                <a:spcPts val="400"/>
              </a:spcAft>
              <a:buNone/>
              <a:defRPr sz="1350" b="0">
                <a:solidFill>
                  <a:srgbClr val="222222"/>
                </a:solidFill>
                <a:latin typeface="Arial"/>
                <a:ea typeface="Arial"/>
                <a:cs typeface="Arial"/>
              </a:defRPr>
            </a:pPr>
            <a:r>
              <a:rPr sz="1350" b="0" i="0">
                <a:solidFill>
                  <a:srgbClr val="222222"/>
                </a:solidFill>
                <a:latin typeface="Arial"/>
                <a:ea typeface="Arial"/>
                <a:cs typeface="Arial"/>
              </a:rPr>
              <a:t>Recordings contain five normalized joint targets per frame at 30 Hz.</a:t>
            </a:r>
          </a:p>
          <a:p xmlns:a="http://schemas.openxmlformats.org/drawingml/2006/main">
            <a:pPr marL="237744" indent="-237744">
              <a:lnSpc>
                <a:spcPct val="110000"/>
              </a:lnSpc>
              <a:spcAft>
                <a:spcPts val="400"/>
              </a:spcAft>
              <a:buNone/>
              <a:defRPr sz="1350" b="0">
                <a:solidFill>
                  <a:srgbClr val="222222"/>
                </a:solidFill>
                <a:latin typeface="Arial"/>
                <a:ea typeface="Arial"/>
                <a:cs typeface="Arial"/>
              </a:defRPr>
            </a:pPr>
            <a:r>
              <a:rPr sz="1350" b="0" i="0">
                <a:solidFill>
                  <a:srgbClr val="222222"/>
                </a:solidFill>
                <a:latin typeface="Arial"/>
                <a:ea typeface="Arial"/>
                <a:cs typeface="Arial"/>
              </a:rPr>
              <a:t>Current target = saved home + source frame - source first frame.</a:t>
            </a:r>
          </a:p>
        </p:txBody>
      </p:sp>
      <p:pic>
        <p:nvPicPr>
          <p:cNvPr id="19" name="Picture 5"/>
          <p:cNvPicPr>
            <a:picLocks xmlns:a="http://schemas.openxmlformats.org/drawingml/2006/main" noChangeAspect="1"/>
          </p:cNvPicPr>
          <p:nvPr/>
        </p:nvPicPr>
        <p:blipFill>
          <a:blip xmlns:r="http://schemas.openxmlformats.org/officeDocument/2006/relationships" xmlns:a="http://schemas.openxmlformats.org/drawingml/2006/main" r:embed="R98bab8ba683c4267"/>
          <a:stretch xmlns:a="http://schemas.openxmlformats.org/drawingml/2006/main"/>
        </p:blipFill>
        <p:spPr>
          <a:xfrm xmlns:a="http://schemas.openxmlformats.org/drawingml/2006/main">
            <a:off x="376628" y="2095500"/>
            <a:ext cx="2618594" cy="1857375"/>
          </a:xfrm>
          <a:prstGeom xmlns:a="http://schemas.openxmlformats.org/drawingml/2006/main" prst="rect">
            <a:avLst/>
          </a:prstGeom>
        </p:spPr>
      </p:pic>
      <p:sp>
        <p:nvSpPr>
          <p:cNvPr id="7" name="TextBox 6">
            <a:extLst xmlns:a="http://schemas.openxmlformats.org/drawingml/2006/main">
              <a:ext uri="{FF2B5EF4-FFF2-40B4-BE49-F238E27FC236}">
                <a16:creationId xmlns:a16="http://schemas.microsoft.com/office/drawing/2014/main" id="{E895580C-F2A8-4492-AA87-9701356AB00C}"/>
              </a:ext>
            </a:extLst>
          </p:cNvPr>
          <p:cNvSpPr>
            <a:spLocks xmlns:a="http://schemas.openxmlformats.org/drawingml/2006/main" noGrp="1"/>
          </p:cNvSpPr>
          <p:nvPr/>
        </p:nvSpPr>
        <p:spPr>
          <a:xfrm xmlns:a="http://schemas.openxmlformats.org/drawingml/2006/main">
            <a:off x="320040" y="4257675"/>
            <a:ext cx="8505825"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900" b="0">
                <a:solidFill>
                  <a:srgbClr val="555555"/>
                </a:solidFill>
                <a:latin typeface="Arial"/>
                <a:ea typeface="Arial"/>
                <a:cs typeface="Arial"/>
              </a:defRPr>
            </a:pPr>
            <a:r>
              <a:rPr sz="900" b="0" i="1">
                <a:solidFill>
                  <a:srgbClr val="555555"/>
                </a:solidFill>
                <a:latin typeface="Arial"/>
                <a:ea typeface="Arial"/>
                <a:cs typeface="Arial"/>
              </a:rPr>
              <a:t>Frames from the supplied simulation video; LeLamp model (GPL-3.0).</a:t>
            </a:r>
          </a:p>
        </p:txBody>
      </p:sp>
      <p:sp>
        <p:nvSpPr>
          <p:cNvPr id="8" name="Rounded Rectangle 7">
            <a:extLst xmlns:a="http://schemas.openxmlformats.org/drawingml/2006/main">
              <a:ext uri="{FF2B5EF4-FFF2-40B4-BE49-F238E27FC236}">
                <a16:creationId xmlns:a16="http://schemas.microsoft.com/office/drawing/2014/main" id="{76A7978B-2F6F-4E03-8FD5-5C7C9E9D183F}"/>
              </a:ext>
            </a:extLst>
          </p:cNvPr>
          <p:cNvSpPr>
            <a:spLocks xmlns:a="http://schemas.openxmlformats.org/drawingml/2006/main" noGrp="1"/>
          </p:cNvSpPr>
          <p:nvPr/>
        </p:nvSpPr>
        <p:spPr>
          <a:xfrm xmlns:a="http://schemas.openxmlformats.org/drawingml/2006/main">
            <a:off x="320040" y="4543425"/>
            <a:ext cx="8505825" cy="285750"/>
          </a:xfrm>
          <a:prstGeom xmlns:a="http://schemas.openxmlformats.org/drawingml/2006/main" prst="roundRect">
            <a:avLst/>
          </a:prstGeom>
          <a:solidFill xmlns:a="http://schemas.openxmlformats.org/drawingml/2006/main">
            <a:srgbClr val="EEF3F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09728" tIns="18288" rIns="109728" bIns="18288" anchor="ctr">
            <a:noAutofit/>
          </a:bodyPr>
          <a:lstStyle xmlns:a="http://schemas.openxmlformats.org/drawingml/2006/main"/>
          <a:p xmlns:a="http://schemas.openxmlformats.org/drawingml/2006/main">
            <a:pPr algn="ctr">
              <a:buNone/>
              <a:defRPr sz="1125" b="0">
                <a:solidFill>
                  <a:srgbClr val="005293"/>
                </a:solidFill>
                <a:latin typeface="Arial"/>
                <a:ea typeface="Arial"/>
                <a:cs typeface="Arial"/>
              </a:defRPr>
            </a:pPr>
            <a:r>
              <a:rPr sz="1125" b="0" i="0">
                <a:solidFill>
                  <a:srgbClr val="005293"/>
                </a:solidFill>
                <a:latin typeface="Arial"/>
                <a:ea typeface="Arial"/>
                <a:cs typeface="Arial"/>
              </a:rPr>
              <a:t>Every converted frame is checked against calibration bounds before playback.</a:t>
            </a:r>
          </a:p>
        </p:txBody>
      </p:sp>
      <p:sp>
        <p:nvSpPr>
          <p:cNvPr id="10" name="">
            <a:extLst xmlns:a="http://schemas.openxmlformats.org/drawingml/2006/main">
              <a:ext uri="{FF2B5EF4-FFF2-40B4-BE49-F238E27FC236}">
                <a16:creationId xmlns:a16="http://schemas.microsoft.com/office/drawing/2014/main" id="{68BE9059-1C90-471C-A470-59165F575F0F}"/>
              </a:ext>
            </a:extLst>
          </p:cNvPr>
          <p:cNvSpPr>
            <a:spLocks xmlns:a="http://schemas.openxmlformats.org/drawingml/2006/main" noGrp="1"/>
          </p:cNvSpPr>
          <p:nvPr/>
        </p:nvSpPr>
        <p:spPr>
          <a:xfrm xmlns:a="http://schemas.openxmlformats.org/drawingml/2006/main">
            <a:off x="323850" y="3990975"/>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ctr">
              <a:defRPr sz="1200">
                <a:solidFill>
                  <a:srgbClr val="005293"/>
                </a:solidFill>
                <a:latin typeface="Arial"/>
                <a:ea typeface="Arial"/>
                <a:cs typeface="Arial"/>
              </a:defRPr>
            </a:pPr>
            <a:r>
              <a:rPr sz="1200">
                <a:solidFill>
                  <a:srgbClr val="005293"/>
                </a:solidFill>
                <a:latin typeface="Arial"/>
                <a:ea typeface="Arial"/>
                <a:cs typeface="Arial"/>
              </a:rPr>
              <a:t>Wake-up</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d87143374df9454c"/>
          <a:stretch xmlns:a="http://schemas.openxmlformats.org/drawingml/2006/main"/>
        </p:blipFill>
        <p:spPr>
          <a:xfrm xmlns:a="http://schemas.openxmlformats.org/drawingml/2006/main">
            <a:off x="3253178" y="2095500"/>
            <a:ext cx="2618594" cy="185737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B5DFF403-BA19-4B22-B5BD-D96C7DE4B6DE}"/>
              </a:ext>
            </a:extLst>
          </p:cNvPr>
          <p:cNvSpPr>
            <a:spLocks xmlns:a="http://schemas.openxmlformats.org/drawingml/2006/main" noGrp="1"/>
          </p:cNvSpPr>
          <p:nvPr/>
        </p:nvSpPr>
        <p:spPr>
          <a:xfrm xmlns:a="http://schemas.openxmlformats.org/drawingml/2006/main">
            <a:off x="3200400" y="3990975"/>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ctr">
              <a:defRPr sz="1200">
                <a:solidFill>
                  <a:srgbClr val="005293"/>
                </a:solidFill>
                <a:latin typeface="Arial"/>
                <a:ea typeface="Arial"/>
                <a:cs typeface="Arial"/>
              </a:defRPr>
            </a:pPr>
            <a:r>
              <a:rPr sz="1200">
                <a:solidFill>
                  <a:srgbClr val="005293"/>
                </a:solidFill>
                <a:latin typeface="Arial"/>
                <a:ea typeface="Arial"/>
                <a:cs typeface="Arial"/>
              </a:rPr>
              <a:t>Curiosity</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9c6c876563c34a8a"/>
          <a:stretch xmlns:a="http://schemas.openxmlformats.org/drawingml/2006/main"/>
        </p:blipFill>
        <p:spPr>
          <a:xfrm xmlns:a="http://schemas.openxmlformats.org/drawingml/2006/main">
            <a:off x="6129728" y="2095500"/>
            <a:ext cx="2618594" cy="1857375"/>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069D0598-C586-4A27-B9B7-7BDAFE10F41C}"/>
              </a:ext>
            </a:extLst>
          </p:cNvPr>
          <p:cNvSpPr>
            <a:spLocks xmlns:a="http://schemas.openxmlformats.org/drawingml/2006/main" noGrp="1"/>
          </p:cNvSpPr>
          <p:nvPr/>
        </p:nvSpPr>
        <p:spPr>
          <a:xfrm xmlns:a="http://schemas.openxmlformats.org/drawingml/2006/main">
            <a:off x="6076950" y="3990975"/>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ctr">
              <a:defRPr sz="1200">
                <a:solidFill>
                  <a:srgbClr val="005293"/>
                </a:solidFill>
                <a:latin typeface="Arial"/>
                <a:ea typeface="Arial"/>
                <a:cs typeface="Arial"/>
              </a:defRPr>
            </a:pPr>
            <a:r>
              <a:rPr sz="1200">
                <a:solidFill>
                  <a:srgbClr val="005293"/>
                </a:solidFill>
                <a:latin typeface="Arial"/>
                <a:ea typeface="Arial"/>
                <a:cs typeface="Arial"/>
              </a:rPr>
              <a:t>Scanning</a:t>
            </a:r>
          </a:p>
        </p:txBody>
      </p:sp>
    </p:spTree>
    <p:extLst>
      <p:ext uri="{BB962C8B-B14F-4D97-AF65-F5344CB8AC3E}">
        <p14:creationId xmlns:p14="http://schemas.microsoft.com/office/powerpoint/2010/main" val="320445551"/>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AD7F2813-6CCA-4A96-A2C7-02FCF6D1D237}"/>
              </a:ext>
            </a:extLst>
          </p:cNvPr>
          <p:cNvSpPr>
            <a:spLocks xmlns:a="http://schemas.openxmlformats.org/drawingml/2006/main" noGrp="1"/>
          </p:cNvSpPr>
          <p:nvPr/>
        </p:nvSpPr>
        <p:spPr>
          <a:xfrm xmlns:a="http://schemas.openxmlformats.org/drawingml/2006/main">
            <a:off x="8138160" y="4855464"/>
            <a:ext cx="685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r">
              <a:buNone/>
            </a:pPr>
            <a:r>
              <a:rPr sz="900" b="0" i="0">
                <a:solidFill>
                  <a:srgbClr val="64A0C8"/>
                </a:solidFill>
                <a:latin typeface="Arial"/>
                <a:ea typeface="Arial"/>
                <a:cs typeface="Arial"/>
              </a:rPr>
              <a:t>12</a:t>
            </a:r>
          </a:p>
        </p:txBody>
      </p:sp>
      <p:sp>
        <p:nvSpPr>
          <p:cNvPr id="3" name="TextBox 2">
            <a:extLst xmlns:a="http://schemas.openxmlformats.org/drawingml/2006/main">
              <a:ext uri="{FF2B5EF4-FFF2-40B4-BE49-F238E27FC236}">
                <a16:creationId xmlns:a16="http://schemas.microsoft.com/office/drawing/2014/main" id="{59827CE7-7603-4AD0-9810-66724DAF52E0}"/>
              </a:ext>
            </a:extLst>
          </p:cNvPr>
          <p:cNvSpPr>
            <a:spLocks xmlns:a="http://schemas.openxmlformats.org/drawingml/2006/main" noGrp="1"/>
          </p:cNvSpPr>
          <p:nvPr/>
        </p:nvSpPr>
        <p:spPr>
          <a:xfrm xmlns:a="http://schemas.openxmlformats.org/drawingml/2006/main">
            <a:off x="320040" y="457200"/>
            <a:ext cx="7635240" cy="43815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nSpc>
                <a:spcPct val="100000"/>
              </a:lnSpc>
              <a:buNone/>
            </a:pPr>
            <a:r>
              <a:rPr sz="2500" b="1">
                <a:solidFill>
                  <a:srgbClr val="1A1A1A"/>
                </a:solidFill>
                <a:latin typeface="Arial"/>
                <a:ea typeface="Arial"/>
                <a:cs typeface="Arial"/>
              </a:rPr>
              <a:t>E</a:t>
            </a:r>
            <a:r>
              <a:rPr sz="2500" b="1" i="0">
                <a:solidFill>
                  <a:srgbClr val="1A1A1A"/>
                </a:solidFill>
                <a:latin typeface="Arial"/>
                <a:ea typeface="Arial"/>
                <a:cs typeface="Arial"/>
              </a:rPr>
              <a:t>vidence</a:t>
            </a:r>
          </a:p>
        </p:txBody>
      </p:sp>
      <p:sp>
        <p:nvSpPr>
          <p:cNvPr id="4" name="TextBox 3">
            <a:extLst xmlns:a="http://schemas.openxmlformats.org/drawingml/2006/main">
              <a:ext uri="{FF2B5EF4-FFF2-40B4-BE49-F238E27FC236}">
                <a16:creationId xmlns:a16="http://schemas.microsoft.com/office/drawing/2014/main" id="{5F33F78F-4367-4327-B32D-3FE7FA884F35}"/>
              </a:ext>
            </a:extLst>
          </p:cNvPr>
          <p:cNvSpPr>
            <a:spLocks xmlns:a="http://schemas.openxmlformats.org/drawingml/2006/main" noGrp="1"/>
          </p:cNvSpPr>
          <p:nvPr/>
        </p:nvSpPr>
        <p:spPr>
          <a:xfrm xmlns:a="http://schemas.openxmlformats.org/drawingml/2006/main">
            <a:off x="310896" y="960120"/>
            <a:ext cx="8513064"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05293"/>
                </a:solidFill>
                <a:latin typeface="Arial"/>
                <a:ea typeface="Arial"/>
                <a:cs typeface="Arial"/>
              </a:defRPr>
            </a:pPr>
            <a:r>
              <a:rPr sz="1350" b="1" i="0">
                <a:solidFill>
                  <a:srgbClr val="005293"/>
                </a:solidFill>
                <a:latin typeface="Arial"/>
                <a:ea typeface="Arial"/>
                <a:cs typeface="Arial"/>
              </a:rPr>
              <a:t>Software checks and physical observations</a:t>
            </a:r>
          </a:p>
        </p:txBody>
      </p:sp>
      <p:sp>
        <p:nvSpPr>
          <p:cNvPr id="5" name="Rounded Rectangle 4">
            <a:extLst xmlns:a="http://schemas.openxmlformats.org/drawingml/2006/main">
              <a:ext uri="{FF2B5EF4-FFF2-40B4-BE49-F238E27FC236}">
                <a16:creationId xmlns:a16="http://schemas.microsoft.com/office/drawing/2014/main" id="{CD472B70-499A-41B9-9011-314A08B0D536}"/>
              </a:ext>
            </a:extLst>
          </p:cNvPr>
          <p:cNvSpPr>
            <a:spLocks xmlns:a="http://schemas.openxmlformats.org/drawingml/2006/main" noGrp="1"/>
          </p:cNvSpPr>
          <p:nvPr/>
        </p:nvSpPr>
        <p:spPr>
          <a:xfrm xmlns:a="http://schemas.openxmlformats.org/drawingml/2006/main">
            <a:off x="320040" y="1362075"/>
            <a:ext cx="8505825" cy="381000"/>
          </a:xfrm>
          <a:prstGeom xmlns:a="http://schemas.openxmlformats.org/drawingml/2006/main" prst="roundRect">
            <a:avLst/>
          </a:prstGeom>
          <a:solidFill xmlns:a="http://schemas.openxmlformats.org/drawingml/2006/main">
            <a:srgbClr val="EEF3F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09728" tIns="18288" rIns="109728" bIns="18288" anchor="ctr">
            <a:noAutofit/>
          </a:bodyPr>
          <a:lstStyle xmlns:a="http://schemas.openxmlformats.org/drawingml/2006/main"/>
          <a:p xmlns:a="http://schemas.openxmlformats.org/drawingml/2006/main">
            <a:pPr algn="ctr">
              <a:buNone/>
              <a:defRPr sz="1350" b="0">
                <a:solidFill>
                  <a:srgbClr val="005293"/>
                </a:solidFill>
                <a:latin typeface="Arial"/>
                <a:ea typeface="Arial"/>
                <a:cs typeface="Arial"/>
              </a:defRPr>
            </a:pPr>
            <a:r>
              <a:rPr sz="1350" b="0" i="0">
                <a:solidFill>
                  <a:srgbClr val="005293"/>
                </a:solidFill>
                <a:latin typeface="Arial"/>
                <a:ea typeface="Arial"/>
                <a:cs typeface="Arial"/>
              </a:rPr>
              <a:t>13 source recordings checked. Physical gestures shown in the next slide.</a:t>
            </a:r>
          </a:p>
        </p:txBody>
      </p:sp>
      <p:pic>
        <p:nvPicPr>
          <p:cNvPr id="13" name="Picture 5"/>
          <p:cNvPicPr>
            <a:picLocks xmlns:a="http://schemas.openxmlformats.org/drawingml/2006/main" noChangeAspect="1"/>
          </p:cNvPicPr>
          <p:nvPr/>
        </p:nvPicPr>
        <p:blipFill>
          <a:blip xmlns:r="http://schemas.openxmlformats.org/officeDocument/2006/relationships" xmlns:a="http://schemas.openxmlformats.org/drawingml/2006/main" r:embed="R07c276d8ceb344c5"/>
          <a:stretch xmlns:a="http://schemas.openxmlformats.org/drawingml/2006/main"/>
        </p:blipFill>
        <p:spPr>
          <a:xfrm xmlns:a="http://schemas.openxmlformats.org/drawingml/2006/main">
            <a:off x="179838" y="1796117"/>
            <a:ext cx="8479417" cy="2590933"/>
          </a:xfrm>
          <a:prstGeom xmlns:a="http://schemas.openxmlformats.org/drawingml/2006/main" prst="rect">
            <a:avLst/>
          </a:prstGeom>
        </p:spPr>
      </p:pic>
      <p:sp>
        <p:nvSpPr>
          <p:cNvPr id="7" name="TextBox 6">
            <a:extLst xmlns:a="http://schemas.openxmlformats.org/drawingml/2006/main">
              <a:ext uri="{FF2B5EF4-FFF2-40B4-BE49-F238E27FC236}">
                <a16:creationId xmlns:a16="http://schemas.microsoft.com/office/drawing/2014/main" id="{C511B816-4B4C-448C-ACBC-A180B32938A8}"/>
              </a:ext>
            </a:extLst>
          </p:cNvPr>
          <p:cNvSpPr>
            <a:spLocks xmlns:a="http://schemas.openxmlformats.org/drawingml/2006/main" noGrp="1"/>
          </p:cNvSpPr>
          <p:nvPr/>
        </p:nvSpPr>
        <p:spPr>
          <a:xfrm xmlns:a="http://schemas.openxmlformats.org/drawingml/2006/main">
            <a:off x="320040" y="4453127"/>
            <a:ext cx="8513064" cy="15388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975" b="0">
                <a:solidFill>
                  <a:srgbClr val="555555"/>
                </a:solidFill>
                <a:latin typeface="Arial"/>
                <a:ea typeface="Arial"/>
                <a:cs typeface="Arial"/>
              </a:defRPr>
            </a:pPr>
            <a:r>
              <a:rPr sz="975" b="0" i="1">
                <a:solidFill>
                  <a:srgbClr val="555555"/>
                </a:solidFill>
                <a:latin typeface="Arial"/>
                <a:ea typeface="Arial"/>
                <a:cs typeface="Arial"/>
              </a:rPr>
              <a:t>Normalized CSV targets [-100, 100]. Source trajectories, not measured motion.</a:t>
            </a:r>
          </a:p>
        </p:txBody>
      </p:sp>
    </p:spTree>
    <p:extLst>
      <p:ext uri="{BB962C8B-B14F-4D97-AF65-F5344CB8AC3E}">
        <p14:creationId xmlns:p14="http://schemas.microsoft.com/office/powerpoint/2010/main" val="1342593923"/>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CE8D3045-61A4-4C62-B8C8-3A18F12B1AA6}"/>
              </a:ext>
            </a:extLst>
          </p:cNvPr>
          <p:cNvSpPr>
            <a:spLocks xmlns:a="http://schemas.openxmlformats.org/drawingml/2006/main" noGrp="1"/>
          </p:cNvSpPr>
          <p:nvPr/>
        </p:nvSpPr>
        <p:spPr>
          <a:xfrm xmlns:a="http://schemas.openxmlformats.org/drawingml/2006/main">
            <a:off x="8138160" y="4855464"/>
            <a:ext cx="685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r">
              <a:buNone/>
            </a:pPr>
            <a:r>
              <a:rPr sz="900" b="0" i="0">
                <a:solidFill>
                  <a:srgbClr val="64A0C8"/>
                </a:solidFill>
                <a:latin typeface="Arial"/>
                <a:ea typeface="Arial"/>
                <a:cs typeface="Arial"/>
              </a:rPr>
              <a:t>13</a:t>
            </a:r>
          </a:p>
        </p:txBody>
      </p:sp>
      <p:sp>
        <p:nvSpPr>
          <p:cNvPr id="3" name="TextBox 2">
            <a:extLst xmlns:a="http://schemas.openxmlformats.org/drawingml/2006/main">
              <a:ext uri="{FF2B5EF4-FFF2-40B4-BE49-F238E27FC236}">
                <a16:creationId xmlns:a16="http://schemas.microsoft.com/office/drawing/2014/main" id="{646B0B65-123A-4227-99FA-30D5C126B94D}"/>
              </a:ext>
            </a:extLst>
          </p:cNvPr>
          <p:cNvSpPr>
            <a:spLocks xmlns:a="http://schemas.openxmlformats.org/drawingml/2006/main" noGrp="1"/>
          </p:cNvSpPr>
          <p:nvPr/>
        </p:nvSpPr>
        <p:spPr>
          <a:xfrm xmlns:a="http://schemas.openxmlformats.org/drawingml/2006/main">
            <a:off x="320040" y="457200"/>
            <a:ext cx="7635240" cy="43815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nSpc>
                <a:spcPct val="100000"/>
              </a:lnSpc>
              <a:buNone/>
            </a:pPr>
            <a:r>
              <a:rPr sz="2500" b="1">
                <a:solidFill>
                  <a:srgbClr val="1A1A1A"/>
                </a:solidFill>
                <a:latin typeface="Arial"/>
                <a:ea typeface="Arial"/>
                <a:cs typeface="Arial"/>
              </a:rPr>
              <a:t>D</a:t>
            </a:r>
            <a:r>
              <a:rPr sz="2500" b="1" i="0">
                <a:solidFill>
                  <a:srgbClr val="1A1A1A"/>
                </a:solidFill>
                <a:latin typeface="Arial"/>
                <a:ea typeface="Arial"/>
                <a:cs typeface="Arial"/>
              </a:rPr>
              <a:t>emonstration</a:t>
            </a:r>
          </a:p>
        </p:txBody>
      </p:sp>
      <p:sp>
        <p:nvSpPr>
          <p:cNvPr id="4" name="TextBox 3">
            <a:extLst xmlns:a="http://schemas.openxmlformats.org/drawingml/2006/main">
              <a:ext uri="{FF2B5EF4-FFF2-40B4-BE49-F238E27FC236}">
                <a16:creationId xmlns:a16="http://schemas.microsoft.com/office/drawing/2014/main" id="{64637387-DD92-4697-B2F3-9C1CE106D117}"/>
              </a:ext>
            </a:extLst>
          </p:cNvPr>
          <p:cNvSpPr>
            <a:spLocks xmlns:a="http://schemas.openxmlformats.org/drawingml/2006/main" noGrp="1"/>
          </p:cNvSpPr>
          <p:nvPr/>
        </p:nvSpPr>
        <p:spPr>
          <a:xfrm xmlns:a="http://schemas.openxmlformats.org/drawingml/2006/main">
            <a:off x="320040" y="982980"/>
            <a:ext cx="8513064"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05293"/>
                </a:solidFill>
                <a:latin typeface="Arial"/>
                <a:ea typeface="Arial"/>
                <a:cs typeface="Arial"/>
              </a:defRPr>
            </a:pPr>
            <a:r>
              <a:rPr sz="1350" b="1" i="0">
                <a:solidFill>
                  <a:srgbClr val="005293"/>
                </a:solidFill>
                <a:latin typeface="Arial"/>
                <a:ea typeface="Arial"/>
                <a:cs typeface="Arial"/>
              </a:rPr>
              <a:t>Physical demo → simulation animation | 2 min 18 sec</a:t>
            </a:r>
          </a:p>
        </p:txBody>
      </p:sp>
      <p:sp>
        <p:nvSpPr>
          <p:cNvPr id="5" name="Rectangle 4">
            <a:extLst xmlns:a="http://schemas.openxmlformats.org/drawingml/2006/main">
              <a:ext uri="{FF2B5EF4-FFF2-40B4-BE49-F238E27FC236}">
                <a16:creationId xmlns:a16="http://schemas.microsoft.com/office/drawing/2014/main" id="{80BB9C2E-A353-42FA-98F9-8AB6DD1EBFC3}"/>
              </a:ext>
            </a:extLst>
          </p:cNvPr>
          <p:cNvSpPr>
            <a:spLocks xmlns:a="http://schemas.openxmlformats.org/drawingml/2006/main" noGrp="1"/>
          </p:cNvSpPr>
          <p:nvPr/>
        </p:nvSpPr>
        <p:spPr>
          <a:xfrm xmlns:a="http://schemas.openxmlformats.org/drawingml/2006/main">
            <a:off x="320040" y="4629150"/>
            <a:ext cx="8505825" cy="2286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noAutofit/>
          </a:bodyPr>
          <a:lstStyle xmlns:a="http://schemas.openxmlformats.org/drawingml/2006/main"/>
          <a:p xmlns:a="http://schemas.openxmlformats.org/drawingml/2006/main">
            <a:pPr algn="ctr">
              <a:buNone/>
              <a:defRPr sz="975" b="0">
                <a:solidFill>
                  <a:srgbClr val="555555"/>
                </a:solidFill>
                <a:latin typeface="Arial"/>
                <a:ea typeface="Arial"/>
                <a:cs typeface="Arial"/>
              </a:defRPr>
            </a:pPr>
            <a:r>
              <a:rPr sz="975" b="0" i="0">
                <a:solidFill>
                  <a:srgbClr val="555555"/>
                </a:solidFill>
                <a:latin typeface="Arial"/>
                <a:ea typeface="Arial"/>
                <a:cs typeface="Arial"/>
              </a:rPr>
              <a:t>Voice-trigger scenario simulated; lamp movements triggered from the control console.</a:t>
            </a:r>
          </a:p>
        </p:txBody>
      </p:sp>
      <p:pic>
        <p:nvPicPr>
          <p:cNvPr id="11" name="AILamp Combined Demo — automatic playback">
            <ns0:hlinkClick xmlns:ns0="http://schemas.openxmlformats.org/drawingml/2006/main" action="ppaction://media"/>
          </p:cNvPr>
          <p:cNvPicPr>
            <a:picLocks xmlns:a="http://schemas.openxmlformats.org/drawingml/2006/main" noChangeAspect="1"/>
          </p:cNvPicPr>
          <p:nvPr>
            <ns1:videoFile xmlns:ns1="http://schemas.openxmlformats.org/drawingml/2006/main" xmlns:ns2="http://schemas.openxmlformats.org/officeDocument/2006/relationships" ns2:link="rIdCombinedVideo"/>
            <p:extLst>
              <p:ext uri="{DAA4B4D4-6D71-4841-9C94-3DE7FCFB9230}">
                <p14:media xmlns:p14="http://schemas.microsoft.com/office/powerpoint/2010/main" xmlns:ns3="http://schemas.openxmlformats.org/officeDocument/2006/relationships" ns3:embed="rIdCombinedMedia"/>
              </p:ext>
            </p:extLst>
          </p:nvPr>
        </p:nvPicPr>
        <p:blipFill>
          <a:blip xmlns:r="http://schemas.openxmlformats.org/officeDocument/2006/relationships" xmlns:a="http://schemas.openxmlformats.org/drawingml/2006/main" r:embed="Ra8990f2fd93b47e2"/>
          <a:stretch xmlns:a="http://schemas.openxmlformats.org/drawingml/2006/main"/>
        </p:blipFill>
        <p:spPr>
          <a:xfrm xmlns:a="http://schemas.openxmlformats.org/drawingml/2006/main">
            <a:off x="1676400" y="1323975"/>
            <a:ext cx="5791200" cy="3257550"/>
          </a:xfrm>
          <a:prstGeom xmlns:a="http://schemas.openxmlformats.org/drawingml/2006/main" prst="rect">
            <a:avLst/>
          </a:prstGeom>
        </p:spPr>
      </p:pic>
    </p:spTree>
    <p:extLst>
      <p:ext uri="{BB962C8B-B14F-4D97-AF65-F5344CB8AC3E}">
        <p14:creationId xmlns:p14="http://schemas.microsoft.com/office/powerpoint/2010/main" val="1504497716"/>
      </p:ext>
    </p:extLst>
  </p:cSld>
  <p:timing>
    <p:tnLst>
      <p:par>
        <p:cTn id="1" dur="indefinite" restart="never" nodeType="tmRoot">
          <p:childTnLst>
            <p:video>
              <p:cMediaNode vol="100000">
                <p:cTn id="2" fill="hold" display="0">
                  <p:stCondLst>
                    <p:cond delay="0"/>
                  </p:stCondLst>
                </p:cTn>
                <p:tgtEl>
                  <p:spTgt spid="11"/>
                </p:tgtEl>
              </p:cMediaNode>
            </p:video>
          </p:childTnLst>
        </p:cTn>
      </p:par>
    </p:tnLst>
  </p:timing>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CC9B7935-2A77-4445-A6BB-F938ACFE3E04}"/>
              </a:ext>
            </a:extLst>
          </p:cNvPr>
          <p:cNvSpPr>
            <a:spLocks xmlns:a="http://schemas.openxmlformats.org/drawingml/2006/main" noGrp="1"/>
          </p:cNvSpPr>
          <p:nvPr/>
        </p:nvSpPr>
        <p:spPr>
          <a:xfrm xmlns:a="http://schemas.openxmlformats.org/drawingml/2006/main">
            <a:off x="320040" y="457200"/>
            <a:ext cx="7635240" cy="82296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r>
              <a:rPr sz="2500" b="1">
                <a:solidFill>
                  <a:srgbClr val="1A1A1A"/>
                </a:solidFill>
                <a:latin typeface="Arial"/>
                <a:ea typeface="Arial"/>
                <a:cs typeface="Arial"/>
              </a:rPr>
              <a:t>Course concepts in practice</a:t>
            </a:r>
          </a:p>
        </p:txBody>
      </p:sp>
      <p:sp>
        <p:nvSpPr>
          <p:cNvPr id="4" name="TextBox 3">
            <a:extLst xmlns:a="http://schemas.openxmlformats.org/drawingml/2006/main">
              <a:ext uri="{FF2B5EF4-FFF2-40B4-BE49-F238E27FC236}">
                <a16:creationId xmlns:a16="http://schemas.microsoft.com/office/drawing/2014/main" id="{5C7CA6C5-2AB9-4995-9FB2-13C91C66F73F}"/>
              </a:ext>
            </a:extLst>
          </p:cNvPr>
          <p:cNvSpPr>
            <a:spLocks xmlns:a="http://schemas.openxmlformats.org/drawingml/2006/main" noGrp="1"/>
          </p:cNvSpPr>
          <p:nvPr/>
        </p:nvSpPr>
        <p:spPr>
          <a:xfrm xmlns:a="http://schemas.openxmlformats.org/drawingml/2006/main">
            <a:off x="320040" y="1647825"/>
            <a:ext cx="8505825" cy="2428875"/>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marL="237744" indent="-237744">
              <a:lnSpc>
                <a:spcPct val="112000"/>
              </a:lnSpc>
              <a:spcAft>
                <a:spcPts val="900"/>
              </a:spcAft>
              <a:buNone/>
              <a:defRPr sz="1650" b="0">
                <a:solidFill>
                  <a:srgbClr val="222222"/>
                </a:solidFill>
                <a:latin typeface="Arial"/>
                <a:ea typeface="Arial"/>
                <a:cs typeface="Arial"/>
              </a:defRPr>
            </a:pPr>
            <a:r>
              <a:rPr sz="1650" b="0">
                <a:solidFill>
                  <a:srgbClr val="222222"/>
                </a:solidFill>
                <a:latin typeface="Arial"/>
                <a:ea typeface="Arial"/>
                <a:cs typeface="Arial"/>
              </a:rPr>
              <a:t>Hybrid systems: sampled commands interact with continuous motor motion.</a:t>
            </a:r>
          </a:p>
          <a:p xmlns:a="http://schemas.openxmlformats.org/drawingml/2006/main">
            <a:pPr marL="237744" indent="-237744">
              <a:lnSpc>
                <a:spcPct val="112000"/>
              </a:lnSpc>
              <a:spcAft>
                <a:spcPts val="900"/>
              </a:spcAft>
              <a:buNone/>
              <a:defRPr sz="1650" b="0">
                <a:solidFill>
                  <a:srgbClr val="222222"/>
                </a:solidFill>
                <a:latin typeface="Arial"/>
                <a:ea typeface="Arial"/>
                <a:cs typeface="Arial"/>
              </a:defRPr>
            </a:pPr>
            <a:r>
              <a:rPr sz="1650" b="0">
                <a:solidFill>
                  <a:srgbClr val="222222"/>
                </a:solidFill>
                <a:latin typeface="Arial"/>
                <a:ea typeface="Arial"/>
                <a:cs typeface="Arial"/>
              </a:rPr>
              <a:t>State management: connection, enable and active playback are distinct.</a:t>
            </a:r>
          </a:p>
          <a:p xmlns:a="http://schemas.openxmlformats.org/drawingml/2006/main">
            <a:pPr marL="237744" indent="-237744">
              <a:lnSpc>
                <a:spcPct val="112000"/>
              </a:lnSpc>
              <a:spcAft>
                <a:spcPts val="900"/>
              </a:spcAft>
              <a:buNone/>
              <a:defRPr sz="1650" b="0">
                <a:solidFill>
                  <a:srgbClr val="222222"/>
                </a:solidFill>
                <a:latin typeface="Arial"/>
                <a:ea typeface="Arial"/>
                <a:cs typeface="Arial"/>
              </a:defRPr>
            </a:pPr>
            <a:r>
              <a:rPr sz="1650" b="0">
                <a:solidFill>
                  <a:srgbClr val="222222"/>
                </a:solidFill>
                <a:latin typeface="Arial"/>
                <a:ea typeface="Arial"/>
                <a:cs typeface="Arial"/>
              </a:rPr>
              <a:t>Actuator limits: calibration, dead band and load affect the result.</a:t>
            </a:r>
          </a:p>
          <a:p xmlns:a="http://schemas.openxmlformats.org/drawingml/2006/main">
            <a:pPr marL="237744" indent="-237744">
              <a:lnSpc>
                <a:spcPct val="112000"/>
              </a:lnSpc>
              <a:spcAft>
                <a:spcPts val="900"/>
              </a:spcAft>
              <a:buNone/>
              <a:defRPr sz="1650" b="0">
                <a:solidFill>
                  <a:srgbClr val="222222"/>
                </a:solidFill>
                <a:latin typeface="Arial"/>
                <a:ea typeface="Arial"/>
                <a:cs typeface="Arial"/>
              </a:defRPr>
            </a:pPr>
            <a:r>
              <a:rPr sz="1650" b="0">
                <a:solidFill>
                  <a:srgbClr val="222222"/>
                </a:solidFill>
                <a:latin typeface="Arial"/>
                <a:ea typeface="Arial"/>
                <a:cs typeface="Arial"/>
              </a:rPr>
              <a:t>Shared I/O: five motors share a bus controlled by one worker.</a:t>
            </a:r>
          </a:p>
          <a:p xmlns:a="http://schemas.openxmlformats.org/drawingml/2006/main">
            <a:pPr marL="237744" indent="-237744">
              <a:lnSpc>
                <a:spcPct val="112000"/>
              </a:lnSpc>
              <a:spcAft>
                <a:spcPts val="900"/>
              </a:spcAft>
              <a:buNone/>
              <a:defRPr sz="1650" b="0">
                <a:solidFill>
                  <a:srgbClr val="222222"/>
                </a:solidFill>
                <a:latin typeface="Arial"/>
                <a:ea typeface="Arial"/>
                <a:cs typeface="Arial"/>
              </a:defRPr>
            </a:pPr>
            <a:r>
              <a:rPr sz="1650" b="0">
                <a:solidFill>
                  <a:srgbClr val="222222"/>
                </a:solidFill>
                <a:latin typeface="Arial"/>
                <a:ea typeface="Arial"/>
                <a:cs typeface="Arial"/>
              </a:rPr>
              <a:t>Verification: command acceptance and physical arrival are different events.</a:t>
            </a:r>
            <a:endParaRPr sz="1400">
              <a:solidFill>
                <a:srgbClr val="333B49"/>
              </a:solidFill>
              <a:latin typeface="Arial"/>
              <a:ea typeface="Arial"/>
              <a:cs typeface="Arial"/>
            </a:endParaRPr>
          </a:p>
        </p:txBody>
      </p:sp>
      <p:sp>
        <p:nvSpPr>
          <p:cNvPr id="5" name="">
            <a:extLst xmlns:a="http://schemas.openxmlformats.org/drawingml/2006/main">
              <a:ext uri="{FF2B5EF4-FFF2-40B4-BE49-F238E27FC236}">
                <a16:creationId xmlns:a16="http://schemas.microsoft.com/office/drawing/2014/main" id="{02CA735D-41A9-4E99-B260-9D9FB22CA359}"/>
              </a:ext>
            </a:extLst>
          </p:cNvPr>
          <p:cNvSpPr>
            <a:spLocks xmlns:a="http://schemas.openxmlformats.org/drawingml/2006/main" noGrp="1"/>
          </p:cNvSpPr>
          <p:nvPr/>
        </p:nvSpPr>
        <p:spPr>
          <a:xfrm xmlns:a="http://schemas.openxmlformats.org/drawingml/2006/main">
            <a:off x="8138160" y="4855464"/>
            <a:ext cx="685800"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750">
                <a:solidFill>
                  <a:srgbClr val="888888"/>
                </a:solidFill>
                <a:latin typeface="Arial"/>
                <a:ea typeface="Arial"/>
                <a:cs typeface="Arial"/>
              </a:defRPr>
            </a:pPr>
            <a:r>
              <a:rPr sz="750">
                <a:solidFill>
                  <a:srgbClr val="888888"/>
                </a:solidFill>
                <a:latin typeface="Arial"/>
                <a:ea typeface="Arial"/>
                <a:cs typeface="Arial"/>
              </a:rPr>
              <a:t>14</a:t>
            </a:r>
          </a:p>
        </p:txBody>
      </p:sp>
    </p:spTree>
    <p:extLst>
      <p:ext uri="{BB962C8B-B14F-4D97-AF65-F5344CB8AC3E}">
        <p14:creationId xmlns:p14="http://schemas.microsoft.com/office/powerpoint/2010/main" val="2049786086"/>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8A8487E8-142A-49C7-81D8-A10E7F78AF94}"/>
              </a:ext>
            </a:extLst>
          </p:cNvPr>
          <p:cNvSpPr>
            <a:spLocks xmlns:a="http://schemas.openxmlformats.org/drawingml/2006/main" noGrp="1"/>
          </p:cNvSpPr>
          <p:nvPr/>
        </p:nvSpPr>
        <p:spPr>
          <a:xfrm xmlns:a="http://schemas.openxmlformats.org/drawingml/2006/main">
            <a:off x="8138160" y="4855464"/>
            <a:ext cx="685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r">
              <a:buNone/>
            </a:pPr>
            <a:r>
              <a:rPr sz="900" b="0" i="0">
                <a:solidFill>
                  <a:srgbClr val="64A0C8"/>
                </a:solidFill>
                <a:latin typeface="Arial"/>
                <a:ea typeface="Arial"/>
                <a:cs typeface="Arial"/>
              </a:rPr>
              <a:t>15</a:t>
            </a:r>
          </a:p>
        </p:txBody>
      </p:sp>
      <p:sp>
        <p:nvSpPr>
          <p:cNvPr id="3" name="TextBox 2">
            <a:extLst xmlns:a="http://schemas.openxmlformats.org/drawingml/2006/main">
              <a:ext uri="{FF2B5EF4-FFF2-40B4-BE49-F238E27FC236}">
                <a16:creationId xmlns:a16="http://schemas.microsoft.com/office/drawing/2014/main" id="{0A653667-E04F-4739-94DB-374E5827BAC6}"/>
              </a:ext>
            </a:extLst>
          </p:cNvPr>
          <p:cNvSpPr>
            <a:spLocks xmlns:a="http://schemas.openxmlformats.org/drawingml/2006/main" noGrp="1"/>
          </p:cNvSpPr>
          <p:nvPr/>
        </p:nvSpPr>
        <p:spPr>
          <a:xfrm xmlns:a="http://schemas.openxmlformats.org/drawingml/2006/main">
            <a:off x="320040" y="457200"/>
            <a:ext cx="7635240" cy="43815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nSpc>
                <a:spcPct val="100000"/>
              </a:lnSpc>
              <a:buNone/>
            </a:pPr>
            <a:r>
              <a:rPr sz="2500" b="1" i="0">
                <a:solidFill>
                  <a:srgbClr val="1A1A1A"/>
                </a:solidFill>
                <a:latin typeface="Arial"/>
                <a:ea typeface="Arial"/>
                <a:cs typeface="Arial"/>
              </a:rPr>
              <a:t>Status &amp; open work</a:t>
            </a:r>
          </a:p>
        </p:txBody>
      </p:sp>
      <p:sp>
        <p:nvSpPr>
          <p:cNvPr id="5" name="Rounded Rectangle 4">
            <a:extLst xmlns:a="http://schemas.openxmlformats.org/drawingml/2006/main">
              <a:ext uri="{FF2B5EF4-FFF2-40B4-BE49-F238E27FC236}">
                <a16:creationId xmlns:a16="http://schemas.microsoft.com/office/drawing/2014/main" id="{C90DD85F-CCF3-4F1B-B051-DF7382605FD3}"/>
              </a:ext>
            </a:extLst>
          </p:cNvPr>
          <p:cNvSpPr>
            <a:spLocks xmlns:a="http://schemas.openxmlformats.org/drawingml/2006/main" noGrp="1"/>
          </p:cNvSpPr>
          <p:nvPr/>
        </p:nvSpPr>
        <p:spPr>
          <a:xfrm xmlns:a="http://schemas.openxmlformats.org/drawingml/2006/main">
            <a:off x="320040" y="1389888"/>
            <a:ext cx="4023360" cy="2651760"/>
          </a:xfrm>
          <a:prstGeom xmlns:a="http://schemas.openxmlformats.org/drawingml/2006/main" prst="roundRect">
            <a:avLst>
              <a:gd name="adj" fmla="val 5500"/>
            </a:avLst>
          </a:prstGeom>
          <a:solidFill xmlns:a="http://schemas.openxmlformats.org/drawingml/2006/main">
            <a:srgbClr val="EEF3F9"/>
          </a:solidFill>
          <a:ln xmlns:a="http://schemas.openxmlformats.org/drawingml/2006/main">
            <a:noFill/>
          </a:ln>
          <a:effectLst xmlns:a="http://schemas.openxmlformats.org/drawingml/2006/main">
            <a:outerShdw blurRad="91440" dist="32004" dir="5400000" rotWithShape="0">
              <a:srgbClr val="7A8CA0">
                <a:alpha val="26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46304" tIns="128016" rIns="118872" bIns="73152" anchor="t">
            <a:noAutofit/>
          </a:bodyPr>
          <a:lstStyle xmlns:a="http://schemas.openxmlformats.org/drawingml/2006/main"/>
          <a:p xmlns:a="http://schemas.openxmlformats.org/drawingml/2006/main">
            <a:pPr algn="l">
              <a:buNone/>
              <a:defRPr sz="1350" b="0">
                <a:solidFill>
                  <a:srgbClr val="005293"/>
                </a:solidFill>
                <a:latin typeface="Arial"/>
                <a:ea typeface="Arial"/>
                <a:cs typeface="Arial"/>
              </a:defRPr>
            </a:pPr>
            <a:r>
              <a:rPr sz="1350" b="0" i="0">
                <a:solidFill>
                  <a:srgbClr val="005293"/>
                </a:solidFill>
                <a:latin typeface="Arial"/>
                <a:ea typeface="Arial"/>
                <a:cs typeface="Arial"/>
              </a:rPr>
              <a:t>Implemented and demonstrated</a:t>
            </a:r>
          </a:p>
          <a:p xmlns:a="http://schemas.openxmlformats.org/drawingml/2006/main">
            <a:pPr marL="182880" indent="-182880" algn="l">
              <a:lnSpc>
                <a:spcPct val="108000"/>
              </a:lnSpc>
              <a:spcBef>
                <a:spcPts val="600"/>
              </a:spcBef>
              <a:buNone/>
              <a:defRPr sz="1350" b="0">
                <a:solidFill>
                  <a:srgbClr val="005293"/>
                </a:solidFill>
                <a:latin typeface="Arial"/>
                <a:ea typeface="Arial"/>
                <a:cs typeface="Arial"/>
              </a:defRPr>
            </a:pPr>
            <a:r>
              <a:rPr sz="1350" b="0" i="0">
                <a:solidFill>
                  <a:srgbClr val="005293"/>
                </a:solidFill>
                <a:latin typeface="Arial"/>
                <a:ea typeface="Arial"/>
                <a:cs typeface="Arial"/>
              </a:rPr>
              <a:t>Nano action console deployed</a:t>
            </a:r>
          </a:p>
          <a:p xmlns:a="http://schemas.openxmlformats.org/drawingml/2006/main">
            <a:pPr marL="182880" indent="-182880" algn="l">
              <a:lnSpc>
                <a:spcPct val="108000"/>
              </a:lnSpc>
              <a:spcBef>
                <a:spcPts val="600"/>
              </a:spcBef>
              <a:buNone/>
              <a:defRPr sz="1350" b="0">
                <a:solidFill>
                  <a:srgbClr val="005293"/>
                </a:solidFill>
                <a:latin typeface="Arial"/>
                <a:ea typeface="Arial"/>
                <a:cs typeface="Arial"/>
              </a:defRPr>
            </a:pPr>
            <a:r>
              <a:rPr sz="1350" b="0" i="0">
                <a:solidFill>
                  <a:srgbClr val="005293"/>
                </a:solidFill>
                <a:latin typeface="Arial"/>
                <a:ea typeface="Arial"/>
                <a:cs typeface="Arial"/>
              </a:rPr>
              <a:t>Physical gesture video recorded</a:t>
            </a:r>
          </a:p>
          <a:p xmlns:a="http://schemas.openxmlformats.org/drawingml/2006/main">
            <a:pPr marL="182880" indent="-182880" algn="l">
              <a:lnSpc>
                <a:spcPct val="108000"/>
              </a:lnSpc>
              <a:spcBef>
                <a:spcPts val="600"/>
              </a:spcBef>
              <a:buNone/>
              <a:defRPr sz="1350" b="0">
                <a:solidFill>
                  <a:srgbClr val="005293"/>
                </a:solidFill>
                <a:latin typeface="Arial"/>
                <a:ea typeface="Arial"/>
                <a:cs typeface="Arial"/>
              </a:defRPr>
            </a:pPr>
            <a:r>
              <a:rPr sz="1350" b="0" i="0">
                <a:solidFill>
                  <a:srgbClr val="005293"/>
                </a:solidFill>
                <a:latin typeface="Arial"/>
                <a:ea typeface="Arial"/>
                <a:cs typeface="Arial"/>
              </a:rPr>
              <a:t>Home, rest and awake saved</a:t>
            </a:r>
          </a:p>
          <a:p xmlns:a="http://schemas.openxmlformats.org/drawingml/2006/main">
            <a:pPr marL="182880" indent="-182880" algn="l">
              <a:lnSpc>
                <a:spcPct val="108000"/>
              </a:lnSpc>
              <a:spcBef>
                <a:spcPts val="600"/>
              </a:spcBef>
              <a:buNone/>
              <a:defRPr sz="1350" b="0">
                <a:solidFill>
                  <a:srgbClr val="005293"/>
                </a:solidFill>
                <a:latin typeface="Arial"/>
                <a:ea typeface="Arial"/>
                <a:cs typeface="Arial"/>
              </a:defRPr>
            </a:pPr>
            <a:r>
              <a:rPr sz="1350" b="0" i="0">
                <a:solidFill>
                  <a:srgbClr val="005293"/>
                </a:solidFill>
                <a:latin typeface="Arial"/>
                <a:ea typeface="Arial"/>
                <a:cs typeface="Arial"/>
              </a:rPr>
              <a:t>Relative playback implemented</a:t>
            </a:r>
          </a:p>
        </p:txBody>
      </p:sp>
      <p:sp>
        <p:nvSpPr>
          <p:cNvPr id="6" name="Rounded Rectangle 5">
            <a:extLst xmlns:a="http://schemas.openxmlformats.org/drawingml/2006/main">
              <a:ext uri="{FF2B5EF4-FFF2-40B4-BE49-F238E27FC236}">
                <a16:creationId xmlns:a16="http://schemas.microsoft.com/office/drawing/2014/main" id="{30E81AA9-D004-476B-944E-2FADD74BC63A}"/>
              </a:ext>
            </a:extLst>
          </p:cNvPr>
          <p:cNvSpPr>
            <a:spLocks xmlns:a="http://schemas.openxmlformats.org/drawingml/2006/main" noGrp="1"/>
          </p:cNvSpPr>
          <p:nvPr/>
        </p:nvSpPr>
        <p:spPr>
          <a:xfrm xmlns:a="http://schemas.openxmlformats.org/drawingml/2006/main">
            <a:off x="4517136" y="1389888"/>
            <a:ext cx="4306824" cy="2651760"/>
          </a:xfrm>
          <a:prstGeom xmlns:a="http://schemas.openxmlformats.org/drawingml/2006/main" prst="roundRect">
            <a:avLst>
              <a:gd name="adj" fmla="val 5500"/>
            </a:avLst>
          </a:prstGeom>
          <a:solidFill xmlns:a="http://schemas.openxmlformats.org/drawingml/2006/main">
            <a:srgbClr val="FCEFE6"/>
          </a:solidFill>
          <a:ln xmlns:a="http://schemas.openxmlformats.org/drawingml/2006/main">
            <a:noFill/>
          </a:ln>
          <a:effectLst xmlns:a="http://schemas.openxmlformats.org/drawingml/2006/main">
            <a:outerShdw blurRad="91440" dist="32004" dir="5400000" rotWithShape="0">
              <a:srgbClr val="7A8CA0">
                <a:alpha val="26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46304" tIns="128016" rIns="118872" bIns="73152" anchor="t">
            <a:noAutofit/>
          </a:bodyPr>
          <a:lstStyle xmlns:a="http://schemas.openxmlformats.org/drawingml/2006/main"/>
          <a:p xmlns:a="http://schemas.openxmlformats.org/drawingml/2006/main">
            <a:pPr algn="l">
              <a:buNone/>
              <a:defRPr sz="1350" b="0">
                <a:solidFill>
                  <a:srgbClr val="005293"/>
                </a:solidFill>
                <a:latin typeface="Arial"/>
                <a:ea typeface="Arial"/>
                <a:cs typeface="Arial"/>
              </a:defRPr>
            </a:pPr>
            <a:r>
              <a:rPr sz="1350" b="0" i="0">
                <a:solidFill>
                  <a:srgbClr val="005293"/>
                </a:solidFill>
                <a:latin typeface="Arial"/>
                <a:ea typeface="Arial"/>
                <a:cs typeface="Arial"/>
              </a:rPr>
              <a:t>Next steps</a:t>
            </a:r>
          </a:p>
          <a:p xmlns:a="http://schemas.openxmlformats.org/drawingml/2006/main">
            <a:pPr marL="182880" indent="-182880" algn="l">
              <a:lnSpc>
                <a:spcPct val="108000"/>
              </a:lnSpc>
              <a:spcBef>
                <a:spcPts val="600"/>
              </a:spcBef>
              <a:buNone/>
              <a:defRPr sz="1350" b="0">
                <a:solidFill>
                  <a:srgbClr val="005293"/>
                </a:solidFill>
                <a:latin typeface="Arial"/>
                <a:ea typeface="Arial"/>
                <a:cs typeface="Arial"/>
              </a:defRPr>
            </a:pPr>
            <a:r>
              <a:rPr sz="1350" b="0" i="0">
                <a:solidFill>
                  <a:srgbClr val="005293"/>
                </a:solidFill>
                <a:latin typeface="Arial"/>
                <a:ea typeface="Arial"/>
                <a:cs typeface="Arial"/>
              </a:rPr>
              <a:t>Connect real voice commands</a:t>
            </a:r>
            <a:endParaRPr sz="1400" b="0" i="0">
              <a:solidFill>
                <a:srgbClr val="333B49"/>
              </a:solidFill>
              <a:latin typeface="Arial"/>
              <a:ea typeface="Arial"/>
              <a:cs typeface="Arial"/>
            </a:endParaRPr>
          </a:p>
          <a:p xmlns:a="http://schemas.openxmlformats.org/drawingml/2006/main">
            <a:pPr marL="182880" indent="-182880" algn="l">
              <a:lnSpc>
                <a:spcPct val="108000"/>
              </a:lnSpc>
              <a:spcBef>
                <a:spcPts val="600"/>
              </a:spcBef>
              <a:buNone/>
              <a:defRPr sz="1350" b="0">
                <a:solidFill>
                  <a:srgbClr val="005293"/>
                </a:solidFill>
                <a:latin typeface="Arial"/>
                <a:ea typeface="Arial"/>
                <a:cs typeface="Arial"/>
              </a:defRPr>
            </a:pPr>
            <a:r>
              <a:rPr sz="1350" b="0" i="0">
                <a:solidFill>
                  <a:srgbClr val="005293"/>
                </a:solidFill>
                <a:latin typeface="Arial"/>
                <a:ea typeface="Arial"/>
                <a:cs typeface="Arial"/>
              </a:rPr>
              <a:t>Reduce home-position error</a:t>
            </a:r>
            <a:endParaRPr sz="1400" b="0" i="0">
              <a:solidFill>
                <a:srgbClr val="333B49"/>
              </a:solidFill>
              <a:latin typeface="Arial"/>
              <a:ea typeface="Arial"/>
              <a:cs typeface="Arial"/>
            </a:endParaRPr>
          </a:p>
          <a:p xmlns:a="http://schemas.openxmlformats.org/drawingml/2006/main">
            <a:pPr marL="182880" indent="-182880" algn="l">
              <a:lnSpc>
                <a:spcPct val="108000"/>
              </a:lnSpc>
              <a:spcBef>
                <a:spcPts val="600"/>
              </a:spcBef>
              <a:buNone/>
              <a:defRPr sz="1350" b="0">
                <a:solidFill>
                  <a:srgbClr val="005293"/>
                </a:solidFill>
                <a:latin typeface="Arial"/>
                <a:ea typeface="Arial"/>
                <a:cs typeface="Arial"/>
              </a:defRPr>
            </a:pPr>
            <a:r>
              <a:rPr sz="1350" b="0" i="0">
                <a:solidFill>
                  <a:srgbClr val="005293"/>
                </a:solidFill>
                <a:latin typeface="Arial"/>
                <a:ea typeface="Arial"/>
                <a:cs typeface="Arial"/>
              </a:rPr>
              <a:t>Tune each physical gesture</a:t>
            </a:r>
          </a:p>
          <a:p xmlns:a="http://schemas.openxmlformats.org/drawingml/2006/main">
            <a:pPr marL="182880" indent="-182880" algn="l">
              <a:lnSpc>
                <a:spcPct val="108000"/>
              </a:lnSpc>
              <a:spcBef>
                <a:spcPts val="600"/>
              </a:spcBef>
              <a:buNone/>
              <a:defRPr sz="1350" b="0">
                <a:solidFill>
                  <a:srgbClr val="005293"/>
                </a:solidFill>
                <a:latin typeface="Arial"/>
                <a:ea typeface="Arial"/>
                <a:cs typeface="Arial"/>
              </a:defRPr>
            </a:pPr>
            <a:r>
              <a:rPr sz="1350" b="0" i="0">
                <a:solidFill>
                  <a:srgbClr val="005293"/>
                </a:solidFill>
                <a:latin typeface="Arial"/>
                <a:ea typeface="Arial"/>
                <a:cs typeface="Arial"/>
              </a:rPr>
              <a:t>Integrate vision and lighting</a:t>
            </a:r>
          </a:p>
        </p:txBody>
      </p:sp>
    </p:spTree>
    <p:extLst>
      <p:ext uri="{BB962C8B-B14F-4D97-AF65-F5344CB8AC3E}">
        <p14:creationId xmlns:p14="http://schemas.microsoft.com/office/powerpoint/2010/main" val="1201427399"/>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537583DF-20D3-4CA0-A4B3-A76FE234C680}"/>
              </a:ext>
            </a:extLst>
          </p:cNvPr>
          <p:cNvSpPr>
            <a:spLocks xmlns:a="http://schemas.openxmlformats.org/drawingml/2006/main" noGrp="1"/>
          </p:cNvSpPr>
          <p:nvPr/>
        </p:nvSpPr>
        <p:spPr>
          <a:xfrm xmlns:a="http://schemas.openxmlformats.org/drawingml/2006/main">
            <a:off x="8138160" y="4855464"/>
            <a:ext cx="685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r">
              <a:buNone/>
            </a:pPr>
            <a:r>
              <a:rPr sz="900" b="0" i="0">
                <a:solidFill>
                  <a:srgbClr val="64A0C8"/>
                </a:solidFill>
                <a:latin typeface="Arial"/>
                <a:ea typeface="Arial"/>
                <a:cs typeface="Arial"/>
              </a:rPr>
              <a:t>16</a:t>
            </a:r>
          </a:p>
        </p:txBody>
      </p:sp>
      <p:sp>
        <p:nvSpPr>
          <p:cNvPr id="3" name="TextBox 2">
            <a:extLst xmlns:a="http://schemas.openxmlformats.org/drawingml/2006/main">
              <a:ext uri="{FF2B5EF4-FFF2-40B4-BE49-F238E27FC236}">
                <a16:creationId xmlns:a16="http://schemas.microsoft.com/office/drawing/2014/main" id="{CA8503B7-9E0E-458B-AFF3-D2F691F2F168}"/>
              </a:ext>
            </a:extLst>
          </p:cNvPr>
          <p:cNvSpPr>
            <a:spLocks xmlns:a="http://schemas.openxmlformats.org/drawingml/2006/main" noGrp="1"/>
          </p:cNvSpPr>
          <p:nvPr/>
        </p:nvSpPr>
        <p:spPr>
          <a:xfrm xmlns:a="http://schemas.openxmlformats.org/drawingml/2006/main">
            <a:off x="320040" y="457200"/>
            <a:ext cx="7635240" cy="43815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nSpc>
                <a:spcPct val="100000"/>
              </a:lnSpc>
              <a:buNone/>
            </a:pPr>
            <a:r>
              <a:rPr sz="2500" b="1" i="0">
                <a:solidFill>
                  <a:srgbClr val="1A1A1A"/>
                </a:solidFill>
                <a:latin typeface="Arial"/>
                <a:ea typeface="Arial"/>
                <a:cs typeface="Arial"/>
              </a:rPr>
              <a:t>Conclusion</a:t>
            </a:r>
          </a:p>
        </p:txBody>
      </p:sp>
      <p:sp>
        <p:nvSpPr>
          <p:cNvPr id="4" name="TextBox 3">
            <a:extLst xmlns:a="http://schemas.openxmlformats.org/drawingml/2006/main">
              <a:ext uri="{FF2B5EF4-FFF2-40B4-BE49-F238E27FC236}">
                <a16:creationId xmlns:a16="http://schemas.microsoft.com/office/drawing/2014/main" id="{E7E030F2-7DD0-4EE5-92E6-FD03E1FA042C}"/>
              </a:ext>
            </a:extLst>
          </p:cNvPr>
          <p:cNvSpPr>
            <a:spLocks xmlns:a="http://schemas.openxmlformats.org/drawingml/2006/main" noGrp="1"/>
          </p:cNvSpPr>
          <p:nvPr/>
        </p:nvSpPr>
        <p:spPr>
          <a:xfrm xmlns:a="http://schemas.openxmlformats.org/drawingml/2006/main">
            <a:off x="320040" y="1005840"/>
            <a:ext cx="8513064"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05293"/>
                </a:solidFill>
                <a:latin typeface="Arial"/>
                <a:ea typeface="Arial"/>
                <a:cs typeface="Arial"/>
              </a:defRPr>
            </a:pPr>
            <a:r>
              <a:rPr sz="1350" b="1" i="0">
                <a:solidFill>
                  <a:srgbClr val="005293"/>
                </a:solidFill>
                <a:latin typeface="Arial"/>
                <a:ea typeface="Arial"/>
                <a:cs typeface="Arial"/>
              </a:rPr>
              <a:t>An operating prototype for expressive motion</a:t>
            </a:r>
          </a:p>
        </p:txBody>
      </p:sp>
      <p:sp>
        <p:nvSpPr>
          <p:cNvPr id="5" name="TextBox 4">
            <a:extLst xmlns:a="http://schemas.openxmlformats.org/drawingml/2006/main">
              <a:ext uri="{FF2B5EF4-FFF2-40B4-BE49-F238E27FC236}">
                <a16:creationId xmlns:a16="http://schemas.microsoft.com/office/drawing/2014/main" id="{F63242A2-CDA0-4831-BAA7-729F4DB2D7CB}"/>
              </a:ext>
            </a:extLst>
          </p:cNvPr>
          <p:cNvSpPr>
            <a:spLocks xmlns:a="http://schemas.openxmlformats.org/drawingml/2006/main" noGrp="1"/>
          </p:cNvSpPr>
          <p:nvPr/>
        </p:nvSpPr>
        <p:spPr>
          <a:xfrm xmlns:a="http://schemas.openxmlformats.org/drawingml/2006/main">
            <a:off x="320040" y="1619250"/>
            <a:ext cx="8505825" cy="147637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237744" indent="-237744">
              <a:lnSpc>
                <a:spcPct val="110000"/>
              </a:lnSpc>
              <a:spcAft>
                <a:spcPts val="1100"/>
              </a:spcAft>
              <a:buNone/>
              <a:defRPr sz="1650" b="0">
                <a:solidFill>
                  <a:srgbClr val="222222"/>
                </a:solidFill>
                <a:latin typeface="Arial"/>
                <a:ea typeface="Arial"/>
                <a:cs typeface="Arial"/>
              </a:defRPr>
            </a:pPr>
            <a:r>
              <a:rPr sz="1650" b="0" i="0">
                <a:solidFill>
                  <a:srgbClr val="222222"/>
                </a:solidFill>
                <a:latin typeface="Arial"/>
                <a:ea typeface="Arial"/>
                <a:cs typeface="Arial"/>
              </a:rPr>
              <a:t>We adapted LeLamp for Jetson Nano and built an action console.</a:t>
            </a:r>
          </a:p>
          <a:p xmlns:a="http://schemas.openxmlformats.org/drawingml/2006/main">
            <a:pPr marL="237744" indent="-237744">
              <a:lnSpc>
                <a:spcPct val="110000"/>
              </a:lnSpc>
              <a:spcAft>
                <a:spcPts val="1100"/>
              </a:spcAft>
              <a:buNone/>
              <a:defRPr sz="1650" b="0">
                <a:solidFill>
                  <a:srgbClr val="222222"/>
                </a:solidFill>
                <a:latin typeface="Arial"/>
                <a:ea typeface="Arial"/>
                <a:cs typeface="Arial"/>
              </a:defRPr>
            </a:pPr>
            <a:r>
              <a:rPr sz="1650" b="0" i="0">
                <a:solidFill>
                  <a:srgbClr val="222222"/>
                </a:solidFill>
                <a:latin typeface="Arial"/>
                <a:ea typeface="Arial"/>
                <a:cs typeface="Arial"/>
              </a:rPr>
              <a:t>The prototype performs physical movements and stores user-defined poses.</a:t>
            </a:r>
          </a:p>
          <a:p xmlns:a="http://schemas.openxmlformats.org/drawingml/2006/main">
            <a:pPr marL="237744" indent="-237744">
              <a:lnSpc>
                <a:spcPct val="110000"/>
              </a:lnSpc>
              <a:spcAft>
                <a:spcPts val="1100"/>
              </a:spcAft>
              <a:buNone/>
              <a:defRPr sz="1650" b="0">
                <a:solidFill>
                  <a:srgbClr val="222222"/>
                </a:solidFill>
                <a:latin typeface="Arial"/>
                <a:ea typeface="Arial"/>
                <a:cs typeface="Arial"/>
              </a:defRPr>
            </a:pPr>
            <a:r>
              <a:rPr sz="1650" b="0" i="0">
                <a:solidFill>
                  <a:srgbClr val="222222"/>
                </a:solidFill>
                <a:latin typeface="Arial"/>
                <a:ea typeface="Arial"/>
                <a:cs typeface="Arial"/>
              </a:rPr>
              <a:t>Next, we will connect voice input and improve repeatability.</a:t>
            </a:r>
          </a:p>
        </p:txBody>
      </p:sp>
      <p:sp>
        <p:nvSpPr>
          <p:cNvPr id="6" name="Rounded Rectangle 5">
            <a:extLst xmlns:a="http://schemas.openxmlformats.org/drawingml/2006/main">
              <a:ext uri="{FF2B5EF4-FFF2-40B4-BE49-F238E27FC236}">
                <a16:creationId xmlns:a16="http://schemas.microsoft.com/office/drawing/2014/main" id="{DB910FA5-F724-441F-BDDE-7D6FB6AC2792}"/>
              </a:ext>
            </a:extLst>
          </p:cNvPr>
          <p:cNvSpPr>
            <a:spLocks xmlns:a="http://schemas.openxmlformats.org/drawingml/2006/main" noGrp="1"/>
          </p:cNvSpPr>
          <p:nvPr/>
        </p:nvSpPr>
        <p:spPr>
          <a:xfrm xmlns:a="http://schemas.openxmlformats.org/drawingml/2006/main">
            <a:off x="320040" y="3435167"/>
            <a:ext cx="8513064" cy="457200"/>
          </a:xfrm>
          <a:prstGeom xmlns:a="http://schemas.openxmlformats.org/drawingml/2006/main" prst="roundRect">
            <a:avLst/>
          </a:prstGeom>
          <a:solidFill xmlns:a="http://schemas.openxmlformats.org/drawingml/2006/main">
            <a:srgbClr val="0065BD"/>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09728" tIns="18288" rIns="109728" bIns="18288" anchor="ctr"/>
          <a:lstStyle xmlns:a="http://schemas.openxmlformats.org/drawingml/2006/main"/>
          <a:p xmlns:a="http://schemas.openxmlformats.org/drawingml/2006/main">
            <a:pPr algn="ctr">
              <a:buNone/>
            </a:pPr>
            <a:r>
              <a:rPr sz="1300" b="1" i="0">
                <a:solidFill>
                  <a:srgbClr val="FFFFFF"/>
                </a:solidFill>
                <a:latin typeface="Arial"/>
                <a:ea typeface="Arial"/>
                <a:cs typeface="Arial"/>
              </a:rPr>
              <a:t>Thank you. Questions welcome.</a:t>
            </a:r>
          </a:p>
        </p:txBody>
      </p:sp>
    </p:spTree>
    <p:extLst>
      <p:ext uri="{BB962C8B-B14F-4D97-AF65-F5344CB8AC3E}">
        <p14:creationId xmlns:p14="http://schemas.microsoft.com/office/powerpoint/2010/main" val="986617047"/>
      </p:ext>
    </p:extLst>
  </p:cSld>
</p:sld>
</file>

<file path=ppt/slides/slide17.xml><?xml version="1.0" encoding="utf-8"?>
<p:sld xmlns:p="http://schemas.openxmlformats.org/presentationml/2006/main" show="0">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BA9C185D-09A8-40C6-BB97-3618CD230983}"/>
              </a:ext>
            </a:extLst>
          </p:cNvPr>
          <p:cNvSpPr>
            <a:spLocks xmlns:a="http://schemas.openxmlformats.org/drawingml/2006/main" noGrp="1"/>
          </p:cNvSpPr>
          <p:nvPr/>
        </p:nvSpPr>
        <p:spPr>
          <a:xfrm xmlns:a="http://schemas.openxmlformats.org/drawingml/2006/main">
            <a:off x="8138160" y="4855464"/>
            <a:ext cx="685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r">
              <a:buNone/>
            </a:pPr>
            <a:r>
              <a:rPr sz="900" b="0" i="0">
                <a:solidFill>
                  <a:srgbClr val="64A0C8"/>
                </a:solidFill>
                <a:latin typeface="Arial"/>
                <a:ea typeface="Arial"/>
                <a:cs typeface="Arial"/>
              </a:rPr>
              <a:t>17</a:t>
            </a:r>
          </a:p>
        </p:txBody>
      </p:sp>
      <p:sp>
        <p:nvSpPr>
          <p:cNvPr id="3" name="TextBox 2">
            <a:extLst xmlns:a="http://schemas.openxmlformats.org/drawingml/2006/main">
              <a:ext uri="{FF2B5EF4-FFF2-40B4-BE49-F238E27FC236}">
                <a16:creationId xmlns:a16="http://schemas.microsoft.com/office/drawing/2014/main" id="{FDAC5240-28C9-4CB1-91CB-504C58A13F62}"/>
              </a:ext>
            </a:extLst>
          </p:cNvPr>
          <p:cNvSpPr>
            <a:spLocks xmlns:a="http://schemas.openxmlformats.org/drawingml/2006/main" noGrp="1"/>
          </p:cNvSpPr>
          <p:nvPr/>
        </p:nvSpPr>
        <p:spPr>
          <a:xfrm xmlns:a="http://schemas.openxmlformats.org/drawingml/2006/main">
            <a:off x="320040" y="457200"/>
            <a:ext cx="7635240" cy="43815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nSpc>
                <a:spcPct val="100000"/>
              </a:lnSpc>
              <a:buNone/>
            </a:pPr>
            <a:r>
              <a:rPr sz="2500" b="1" i="0">
                <a:solidFill>
                  <a:srgbClr val="1A1A1A"/>
                </a:solidFill>
                <a:latin typeface="Arial"/>
                <a:ea typeface="Arial"/>
                <a:cs typeface="Arial"/>
              </a:rPr>
              <a:t>Sources &amp; acknowledgements</a:t>
            </a:r>
          </a:p>
        </p:txBody>
      </p:sp>
      <p:sp>
        <p:nvSpPr>
          <p:cNvPr id="4" name="TextBox 3">
            <a:extLst xmlns:a="http://schemas.openxmlformats.org/drawingml/2006/main">
              <a:ext uri="{FF2B5EF4-FFF2-40B4-BE49-F238E27FC236}">
                <a16:creationId xmlns:a16="http://schemas.microsoft.com/office/drawing/2014/main" id="{99A09200-4476-4F61-9F1C-7F10942AA14E}"/>
              </a:ext>
            </a:extLst>
          </p:cNvPr>
          <p:cNvSpPr>
            <a:spLocks xmlns:a="http://schemas.openxmlformats.org/drawingml/2006/main" noGrp="1"/>
          </p:cNvSpPr>
          <p:nvPr/>
        </p:nvSpPr>
        <p:spPr>
          <a:xfrm xmlns:a="http://schemas.openxmlformats.org/drawingml/2006/main">
            <a:off x="320040" y="1714500"/>
            <a:ext cx="8505825" cy="19050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marL="237744" indent="-237744">
              <a:lnSpc>
                <a:spcPct val="110000"/>
              </a:lnSpc>
              <a:spcAft>
                <a:spcPts val="1200"/>
              </a:spcAft>
              <a:buNone/>
            </a:pPr>
            <a:r>
              <a:rPr sz="1300" b="1" i="0">
                <a:solidFill>
                  <a:srgbClr val="E37222"/>
                </a:solidFill>
                <a:latin typeface="Arial"/>
                <a:ea typeface="Arial"/>
                <a:cs typeface="Arial"/>
              </a:rPr>
              <a:t>•  </a:t>
            </a:r>
            <a:r>
              <a:rPr sz="1300" b="1" i="0">
                <a:solidFill>
                  <a:srgbClr val="005293"/>
                </a:solidFill>
                <a:latin typeface="Arial"/>
                <a:ea typeface="Arial"/>
                <a:cs typeface="Arial"/>
              </a:rPr>
              <a:t>LeLamp (Human Computer Lab): </a:t>
            </a:r>
            <a:r>
              <a:rPr sz="1300" b="0" i="0">
                <a:solidFill>
                  <a:srgbClr val="333B49"/>
                </a:solidFill>
                <a:latin typeface="Arial"/>
                <a:ea typeface="Arial"/>
                <a:cs typeface="Arial"/>
              </a:rPr>
              <a:t>mechanics, model, runtime, recordings, base photo. GPL-3.0.</a:t>
            </a:r>
          </a:p>
          <a:p xmlns:a="http://schemas.openxmlformats.org/drawingml/2006/main">
            <a:pPr marL="237744" indent="-237744">
              <a:lnSpc>
                <a:spcPct val="110000"/>
              </a:lnSpc>
              <a:spcAft>
                <a:spcPts val="1200"/>
              </a:spcAft>
              <a:buNone/>
            </a:pPr>
            <a:r>
              <a:rPr sz="1300" b="1" i="0">
                <a:solidFill>
                  <a:srgbClr val="E37222"/>
                </a:solidFill>
                <a:latin typeface="Arial"/>
                <a:ea typeface="Arial"/>
                <a:cs typeface="Arial"/>
              </a:rPr>
              <a:t>•  </a:t>
            </a:r>
            <a:r>
              <a:rPr sz="1300" b="1" i="0">
                <a:solidFill>
                  <a:srgbClr val="005293"/>
                </a:solidFill>
                <a:latin typeface="Arial"/>
                <a:ea typeface="Arial"/>
                <a:cs typeface="Arial"/>
              </a:rPr>
              <a:t>Apple ML Research, </a:t>
            </a:r>
            <a:r>
              <a:rPr sz="1300" b="0" i="0">
                <a:solidFill>
                  <a:srgbClr val="333B49"/>
                </a:solidFill>
                <a:latin typeface="Arial"/>
                <a:ea typeface="Arial"/>
                <a:cs typeface="Arial"/>
              </a:rPr>
              <a:t>"ELEGNT", 2025.</a:t>
            </a:r>
          </a:p>
          <a:p xmlns:a="http://schemas.openxmlformats.org/drawingml/2006/main">
            <a:pPr marL="237744" indent="-237744">
              <a:lnSpc>
                <a:spcPct val="110000"/>
              </a:lnSpc>
              <a:spcAft>
                <a:spcPts val="1200"/>
              </a:spcAft>
              <a:buNone/>
            </a:pPr>
            <a:r>
              <a:rPr sz="1300" b="1" i="0">
                <a:solidFill>
                  <a:srgbClr val="E37222"/>
                </a:solidFill>
                <a:latin typeface="Arial"/>
                <a:ea typeface="Arial"/>
                <a:cs typeface="Arial"/>
              </a:rPr>
              <a:t>•  </a:t>
            </a:r>
            <a:r>
              <a:rPr sz="1300" b="1" i="0">
                <a:solidFill>
                  <a:srgbClr val="005293"/>
                </a:solidFill>
                <a:latin typeface="Arial"/>
                <a:ea typeface="Arial"/>
                <a:cs typeface="Arial"/>
              </a:rPr>
              <a:t>Lee &amp; Seshia, </a:t>
            </a:r>
            <a:r>
              <a:rPr sz="1300" b="0" i="0">
                <a:solidFill>
                  <a:srgbClr val="333B49"/>
                </a:solidFill>
                <a:latin typeface="Arial"/>
                <a:ea typeface="Arial"/>
                <a:cs typeface="Arial"/>
              </a:rPr>
              <a:t>Introduction to Embedded Systems.</a:t>
            </a:r>
          </a:p>
          <a:p xmlns:a="http://schemas.openxmlformats.org/drawingml/2006/main">
            <a:pPr marL="237744" indent="-237744">
              <a:lnSpc>
                <a:spcPct val="110000"/>
              </a:lnSpc>
              <a:spcAft>
                <a:spcPts val="1200"/>
              </a:spcAft>
              <a:buNone/>
            </a:pPr>
            <a:r>
              <a:rPr sz="1300" b="1" i="0">
                <a:solidFill>
                  <a:srgbClr val="E37222"/>
                </a:solidFill>
                <a:latin typeface="Arial"/>
                <a:ea typeface="Arial"/>
                <a:cs typeface="Arial"/>
              </a:rPr>
              <a:t>•  </a:t>
            </a:r>
            <a:r>
              <a:rPr sz="1300" b="1" i="0">
                <a:solidFill>
                  <a:srgbClr val="005293"/>
                </a:solidFill>
                <a:latin typeface="Arial"/>
                <a:ea typeface="Arial"/>
                <a:cs typeface="Arial"/>
              </a:rPr>
              <a:t>Our fork: </a:t>
            </a:r>
            <a:r>
              <a:rPr sz="1300" b="0" i="0">
                <a:solidFill>
                  <a:srgbClr val="333B49"/>
                </a:solidFill>
                <a:latin typeface="Arial"/>
                <a:ea typeface="Arial"/>
                <a:cs typeface="Arial"/>
              </a:rPr>
              <a:t>GPL-3.0, provenance in NOTICE.md.</a:t>
            </a:r>
          </a:p>
        </p:txBody>
      </p:sp>
    </p:spTree>
    <p:extLst>
      <p:ext uri="{BB962C8B-B14F-4D97-AF65-F5344CB8AC3E}">
        <p14:creationId xmlns:p14="http://schemas.microsoft.com/office/powerpoint/2010/main" val="813922961"/>
      </p:ext>
    </p:extLst>
  </p:cSld>
</p:sld>
</file>

<file path=ppt/slides/slide18.xml><?xml version="1.0" encoding="utf-8"?>
<p:sld xmlns:p="http://schemas.openxmlformats.org/presentationml/2006/main" show="0">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4568D088-7B66-4905-A075-412F7E006E12}"/>
              </a:ext>
            </a:extLst>
          </p:cNvPr>
          <p:cNvSpPr>
            <a:spLocks xmlns:a="http://schemas.openxmlformats.org/drawingml/2006/main" noGrp="1"/>
          </p:cNvSpPr>
          <p:nvPr/>
        </p:nvSpPr>
        <p:spPr>
          <a:xfrm xmlns:a="http://schemas.openxmlformats.org/drawingml/2006/main">
            <a:off x="8138160" y="4855464"/>
            <a:ext cx="685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r">
              <a:buNone/>
            </a:pPr>
            <a:r>
              <a:rPr sz="900" b="0" i="0">
                <a:solidFill>
                  <a:srgbClr val="64A0C8"/>
                </a:solidFill>
                <a:latin typeface="Arial"/>
                <a:ea typeface="Arial"/>
                <a:cs typeface="Arial"/>
              </a:rPr>
              <a:t>18</a:t>
            </a:r>
          </a:p>
        </p:txBody>
      </p:sp>
      <p:sp>
        <p:nvSpPr>
          <p:cNvPr id="3" name="TextBox 2">
            <a:extLst xmlns:a="http://schemas.openxmlformats.org/drawingml/2006/main">
              <a:ext uri="{FF2B5EF4-FFF2-40B4-BE49-F238E27FC236}">
                <a16:creationId xmlns:a16="http://schemas.microsoft.com/office/drawing/2014/main" id="{C8A300BD-B43A-4A33-A286-73395AEE047B}"/>
              </a:ext>
            </a:extLst>
          </p:cNvPr>
          <p:cNvSpPr>
            <a:spLocks xmlns:a="http://schemas.openxmlformats.org/drawingml/2006/main" noGrp="1"/>
          </p:cNvSpPr>
          <p:nvPr/>
        </p:nvSpPr>
        <p:spPr>
          <a:xfrm xmlns:a="http://schemas.openxmlformats.org/drawingml/2006/main">
            <a:off x="320040" y="457200"/>
            <a:ext cx="7635240" cy="43815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nSpc>
                <a:spcPct val="100000"/>
              </a:lnSpc>
              <a:buNone/>
            </a:pPr>
            <a:r>
              <a:rPr sz="2500" b="1" i="0">
                <a:solidFill>
                  <a:srgbClr val="1A1A1A"/>
                </a:solidFill>
                <a:latin typeface="Arial"/>
                <a:ea typeface="Arial"/>
                <a:cs typeface="Arial"/>
              </a:rPr>
              <a:t>Backup: vision &amp; voice</a:t>
            </a:r>
          </a:p>
        </p:txBody>
      </p:sp>
      <p:sp>
        <p:nvSpPr>
          <p:cNvPr id="4" name="TextBox 3">
            <a:extLst xmlns:a="http://schemas.openxmlformats.org/drawingml/2006/main">
              <a:ext uri="{FF2B5EF4-FFF2-40B4-BE49-F238E27FC236}">
                <a16:creationId xmlns:a16="http://schemas.microsoft.com/office/drawing/2014/main" id="{2900DB6E-D1B9-4FA9-8CE4-5CD27CC27ADD}"/>
              </a:ext>
            </a:extLst>
          </p:cNvPr>
          <p:cNvSpPr>
            <a:spLocks xmlns:a="http://schemas.openxmlformats.org/drawingml/2006/main" noGrp="1"/>
          </p:cNvSpPr>
          <p:nvPr/>
        </p:nvSpPr>
        <p:spPr>
          <a:xfrm xmlns:a="http://schemas.openxmlformats.org/drawingml/2006/main">
            <a:off x="320040" y="1371600"/>
            <a:ext cx="8513064"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222222"/>
                </a:solidFill>
                <a:latin typeface="Arial"/>
                <a:ea typeface="Arial"/>
                <a:cs typeface="Arial"/>
              </a:defRPr>
            </a:pPr>
            <a:r>
              <a:rPr sz="1350" b="0" i="0">
                <a:solidFill>
                  <a:srgbClr val="222222"/>
                </a:solidFill>
                <a:latin typeface="Arial"/>
                <a:ea typeface="Arial"/>
                <a:cs typeface="Arial"/>
              </a:rPr>
              <a:t>Voice-triggered interaction is the target, not the current trigger</a:t>
            </a:r>
          </a:p>
        </p:txBody>
      </p:sp>
      <p:sp>
        <p:nvSpPr>
          <p:cNvPr id="5" name="TextBox 4">
            <a:extLst xmlns:a="http://schemas.openxmlformats.org/drawingml/2006/main">
              <a:ext uri="{FF2B5EF4-FFF2-40B4-BE49-F238E27FC236}">
                <a16:creationId xmlns:a16="http://schemas.microsoft.com/office/drawing/2014/main" id="{DCEE6F7C-08ED-47B3-8DA5-F8FD541D7FEF}"/>
              </a:ext>
            </a:extLst>
          </p:cNvPr>
          <p:cNvSpPr>
            <a:spLocks xmlns:a="http://schemas.openxmlformats.org/drawingml/2006/main" noGrp="1"/>
          </p:cNvSpPr>
          <p:nvPr/>
        </p:nvSpPr>
        <p:spPr>
          <a:xfrm xmlns:a="http://schemas.openxmlformats.org/drawingml/2006/main">
            <a:off x="320040" y="1809750"/>
            <a:ext cx="8505825" cy="223837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237744" indent="-237744">
              <a:lnSpc>
                <a:spcPct val="110000"/>
              </a:lnSpc>
              <a:spcAft>
                <a:spcPts val="700"/>
              </a:spcAft>
              <a:buNone/>
              <a:defRPr sz="1500" b="0">
                <a:solidFill>
                  <a:srgbClr val="222222"/>
                </a:solidFill>
                <a:latin typeface="Arial"/>
                <a:ea typeface="Arial"/>
                <a:cs typeface="Arial"/>
              </a:defRPr>
            </a:pPr>
            <a:r>
              <a:rPr sz="1500" b="0" i="0">
                <a:solidFill>
                  <a:srgbClr val="222222"/>
                </a:solidFill>
                <a:latin typeface="Arial"/>
                <a:ea typeface="Arial"/>
                <a:cs typeface="Arial"/>
              </a:rPr>
              <a:t>The video illustrates a voice-triggered interaction scenario.</a:t>
            </a:r>
          </a:p>
          <a:p xmlns:a="http://schemas.openxmlformats.org/drawingml/2006/main">
            <a:pPr marL="237744" indent="-237744">
              <a:lnSpc>
                <a:spcPct val="110000"/>
              </a:lnSpc>
              <a:spcAft>
                <a:spcPts val="700"/>
              </a:spcAft>
              <a:buNone/>
              <a:defRPr sz="1500" b="0">
                <a:solidFill>
                  <a:srgbClr val="222222"/>
                </a:solidFill>
                <a:latin typeface="Arial"/>
                <a:ea typeface="Arial"/>
                <a:cs typeface="Arial"/>
              </a:defRPr>
            </a:pPr>
            <a:r>
              <a:rPr sz="1500" b="0" i="0">
                <a:solidFill>
                  <a:srgbClr val="222222"/>
                </a:solidFill>
                <a:latin typeface="Arial"/>
                <a:ea typeface="Arial"/>
                <a:cs typeface="Arial"/>
              </a:rPr>
              <a:t>Actual motor actions are triggered from the control console.</a:t>
            </a:r>
          </a:p>
          <a:p xmlns:a="http://schemas.openxmlformats.org/drawingml/2006/main">
            <a:pPr marL="237744" indent="-237744">
              <a:lnSpc>
                <a:spcPct val="110000"/>
              </a:lnSpc>
              <a:spcAft>
                <a:spcPts val="700"/>
              </a:spcAft>
              <a:buNone/>
              <a:defRPr sz="1500" b="0">
                <a:solidFill>
                  <a:srgbClr val="222222"/>
                </a:solidFill>
                <a:latin typeface="Arial"/>
                <a:ea typeface="Arial"/>
                <a:cs typeface="Arial"/>
              </a:defRPr>
            </a:pPr>
            <a:r>
              <a:rPr sz="1500" b="0" i="0">
                <a:solidFill>
                  <a:srgbClr val="222222"/>
                </a:solidFill>
                <a:latin typeface="Arial"/>
                <a:ea typeface="Arial"/>
                <a:cs typeface="Arial"/>
              </a:rPr>
              <a:t>Vision and voice prototypes exist in the wider repository.</a:t>
            </a:r>
          </a:p>
          <a:p xmlns:a="http://schemas.openxmlformats.org/drawingml/2006/main">
            <a:pPr marL="237744" indent="-237744">
              <a:lnSpc>
                <a:spcPct val="110000"/>
              </a:lnSpc>
              <a:spcAft>
                <a:spcPts val="700"/>
              </a:spcAft>
              <a:buNone/>
              <a:defRPr sz="1500" b="0">
                <a:solidFill>
                  <a:srgbClr val="222222"/>
                </a:solidFill>
                <a:latin typeface="Arial"/>
                <a:ea typeface="Arial"/>
                <a:cs typeface="Arial"/>
              </a:defRPr>
            </a:pPr>
            <a:r>
              <a:rPr sz="1500" b="0" i="0">
                <a:solidFill>
                  <a:srgbClr val="222222"/>
                </a:solidFill>
                <a:latin typeface="Arial"/>
                <a:ea typeface="Arial"/>
                <a:cs typeface="Arial"/>
              </a:rPr>
              <a:t>Next integration: one recognized command calls one validated action.</a:t>
            </a:r>
          </a:p>
          <a:p xmlns:a="http://schemas.openxmlformats.org/drawingml/2006/main">
            <a:pPr marL="237744" indent="-237744">
              <a:lnSpc>
                <a:spcPct val="110000"/>
              </a:lnSpc>
              <a:spcAft>
                <a:spcPts val="700"/>
              </a:spcAft>
              <a:buNone/>
              <a:defRPr sz="1500" b="0">
                <a:solidFill>
                  <a:srgbClr val="222222"/>
                </a:solidFill>
                <a:latin typeface="Arial"/>
                <a:ea typeface="Arial"/>
                <a:cs typeface="Arial"/>
              </a:defRPr>
            </a:pPr>
            <a:r>
              <a:rPr sz="1500" b="0" i="0">
                <a:solidFill>
                  <a:srgbClr val="222222"/>
                </a:solidFill>
                <a:latin typeface="Arial"/>
                <a:ea typeface="Arial"/>
                <a:cs typeface="Arial"/>
              </a:rPr>
              <a:t>Then test recognition errors, repeated requests and stop behavior.</a:t>
            </a:r>
          </a:p>
        </p:txBody>
      </p:sp>
      <p:sp>
        <p:nvSpPr>
          <p:cNvPr id="6" name="Rounded Rectangle 5">
            <a:extLst xmlns:a="http://schemas.openxmlformats.org/drawingml/2006/main">
              <a:ext uri="{FF2B5EF4-FFF2-40B4-BE49-F238E27FC236}">
                <a16:creationId xmlns:a16="http://schemas.microsoft.com/office/drawing/2014/main" id="{7DA5D308-049A-433A-8CD4-E58FE1B25E89}"/>
              </a:ext>
            </a:extLst>
          </p:cNvPr>
          <p:cNvSpPr>
            <a:spLocks xmlns:a="http://schemas.openxmlformats.org/drawingml/2006/main" noGrp="1"/>
          </p:cNvSpPr>
          <p:nvPr/>
        </p:nvSpPr>
        <p:spPr>
          <a:xfrm xmlns:a="http://schemas.openxmlformats.org/drawingml/2006/main">
            <a:off x="320040" y="4343400"/>
            <a:ext cx="8513064" cy="402336"/>
          </a:xfrm>
          <a:prstGeom xmlns:a="http://schemas.openxmlformats.org/drawingml/2006/main" prst="roundRect">
            <a:avLst/>
          </a:prstGeom>
          <a:solidFill xmlns:a="http://schemas.openxmlformats.org/drawingml/2006/main">
            <a:srgbClr val="EEF3F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09728" tIns="18288" rIns="109728" bIns="18288" anchor="ctr">
            <a:noAutofit/>
          </a:bodyPr>
          <a:lstStyle xmlns:a="http://schemas.openxmlformats.org/drawingml/2006/main"/>
          <a:p xmlns:a="http://schemas.openxmlformats.org/drawingml/2006/main">
            <a:pPr algn="ctr">
              <a:buNone/>
              <a:defRPr sz="1200" b="0">
                <a:solidFill>
                  <a:srgbClr val="005293"/>
                </a:solidFill>
                <a:latin typeface="Arial"/>
                <a:ea typeface="Arial"/>
                <a:cs typeface="Arial"/>
              </a:defRPr>
            </a:pPr>
            <a:r>
              <a:rPr sz="1200" b="0" i="0">
                <a:solidFill>
                  <a:srgbClr val="005293"/>
                </a:solidFill>
                <a:latin typeface="Arial"/>
                <a:ea typeface="Arial"/>
                <a:cs typeface="Arial"/>
              </a:rPr>
              <a:t>Current demonstration: real motor motion with simulated voice triggering.</a:t>
            </a:r>
          </a:p>
        </p:txBody>
      </p:sp>
    </p:spTree>
    <p:extLst>
      <p:ext uri="{BB962C8B-B14F-4D97-AF65-F5344CB8AC3E}">
        <p14:creationId xmlns:p14="http://schemas.microsoft.com/office/powerpoint/2010/main" val="135185668"/>
      </p:ext>
    </p:extLst>
  </p:cSld>
</p:sld>
</file>

<file path=ppt/slides/slide19.xml><?xml version="1.0" encoding="utf-8"?>
<p:sld xmlns:p="http://schemas.openxmlformats.org/presentationml/2006/main" show="0">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1C1D308F-AC39-4FEF-BAD1-E4CB8AB09D39}"/>
              </a:ext>
            </a:extLst>
          </p:cNvPr>
          <p:cNvSpPr>
            <a:spLocks xmlns:a="http://schemas.openxmlformats.org/drawingml/2006/main" noGrp="1"/>
          </p:cNvSpPr>
          <p:nvPr/>
        </p:nvSpPr>
        <p:spPr>
          <a:xfrm xmlns:a="http://schemas.openxmlformats.org/drawingml/2006/main">
            <a:off x="8138160" y="4855464"/>
            <a:ext cx="685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r">
              <a:buNone/>
            </a:pPr>
            <a:r>
              <a:rPr sz="900" b="0" i="0">
                <a:solidFill>
                  <a:srgbClr val="64A0C8"/>
                </a:solidFill>
                <a:latin typeface="Arial"/>
                <a:ea typeface="Arial"/>
                <a:cs typeface="Arial"/>
              </a:rPr>
              <a:t>19</a:t>
            </a:r>
          </a:p>
        </p:txBody>
      </p:sp>
      <p:sp>
        <p:nvSpPr>
          <p:cNvPr id="3" name="TextBox 2">
            <a:extLst xmlns:a="http://schemas.openxmlformats.org/drawingml/2006/main">
              <a:ext uri="{FF2B5EF4-FFF2-40B4-BE49-F238E27FC236}">
                <a16:creationId xmlns:a16="http://schemas.microsoft.com/office/drawing/2014/main" id="{B563832F-AA1D-4B6C-912E-23BDBDD21D79}"/>
              </a:ext>
            </a:extLst>
          </p:cNvPr>
          <p:cNvSpPr>
            <a:spLocks xmlns:a="http://schemas.openxmlformats.org/drawingml/2006/main" noGrp="1"/>
          </p:cNvSpPr>
          <p:nvPr/>
        </p:nvSpPr>
        <p:spPr>
          <a:xfrm xmlns:a="http://schemas.openxmlformats.org/drawingml/2006/main">
            <a:off x="320040" y="457200"/>
            <a:ext cx="7635240" cy="43815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nSpc>
                <a:spcPct val="100000"/>
              </a:lnSpc>
              <a:buNone/>
            </a:pPr>
            <a:r>
              <a:rPr sz="2500" b="1" i="0">
                <a:solidFill>
                  <a:srgbClr val="1A1A1A"/>
                </a:solidFill>
                <a:latin typeface="Arial"/>
                <a:ea typeface="Arial"/>
                <a:cs typeface="Arial"/>
              </a:rPr>
              <a:t>Backup: BOM &amp; power</a:t>
            </a:r>
          </a:p>
        </p:txBody>
      </p:sp>
      <p:sp>
        <p:nvSpPr>
          <p:cNvPr id="4" name="TextBox 3">
            <a:extLst xmlns:a="http://schemas.openxmlformats.org/drawingml/2006/main">
              <a:ext uri="{FF2B5EF4-FFF2-40B4-BE49-F238E27FC236}">
                <a16:creationId xmlns:a16="http://schemas.microsoft.com/office/drawing/2014/main" id="{30CAE718-8262-45E4-BF24-1F6094FEC1AF}"/>
              </a:ext>
            </a:extLst>
          </p:cNvPr>
          <p:cNvSpPr>
            <a:spLocks xmlns:a="http://schemas.openxmlformats.org/drawingml/2006/main" noGrp="1"/>
          </p:cNvSpPr>
          <p:nvPr/>
        </p:nvSpPr>
        <p:spPr>
          <a:xfrm xmlns:a="http://schemas.openxmlformats.org/drawingml/2006/main">
            <a:off x="320040" y="1645920"/>
            <a:ext cx="8513064"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237744" indent="-237744">
              <a:lnSpc>
                <a:spcPct val="110000"/>
              </a:lnSpc>
              <a:spcAft>
                <a:spcPts val="700"/>
              </a:spcAft>
              <a:buNone/>
              <a:defRPr sz="1500" b="0">
                <a:solidFill>
                  <a:srgbClr val="222222"/>
                </a:solidFill>
                <a:latin typeface="Arial"/>
                <a:ea typeface="Arial"/>
                <a:cs typeface="Arial"/>
              </a:defRPr>
            </a:pPr>
            <a:r>
              <a:rPr sz="1500" b="0" i="0">
                <a:solidFill>
                  <a:srgbClr val="222222"/>
                </a:solidFill>
                <a:latin typeface="Arial"/>
                <a:ea typeface="Arial"/>
                <a:cs typeface="Arial"/>
              </a:rPr>
              <a:t>Current compute: Jetson Nano 4 GB and microSD storage.</a:t>
            </a:r>
          </a:p>
          <a:p xmlns:a="http://schemas.openxmlformats.org/drawingml/2006/main">
            <a:pPr marL="237744" indent="-237744">
              <a:lnSpc>
                <a:spcPct val="110000"/>
              </a:lnSpc>
              <a:spcAft>
                <a:spcPts val="700"/>
              </a:spcAft>
              <a:buNone/>
              <a:defRPr sz="1500" b="0">
                <a:solidFill>
                  <a:srgbClr val="222222"/>
                </a:solidFill>
                <a:latin typeface="Arial"/>
                <a:ea typeface="Arial"/>
                <a:cs typeface="Arial"/>
              </a:defRPr>
            </a:pPr>
            <a:r>
              <a:rPr sz="1500" b="0" i="0">
                <a:solidFill>
                  <a:srgbClr val="222222"/>
                </a:solidFill>
                <a:latin typeface="Arial"/>
                <a:ea typeface="Arial"/>
                <a:cs typeface="Arial"/>
              </a:rPr>
              <a:t>Actuation: five ST3215 servos through a USB-connected servo driver.</a:t>
            </a:r>
          </a:p>
          <a:p xmlns:a="http://schemas.openxmlformats.org/drawingml/2006/main">
            <a:pPr marL="237744" indent="-237744">
              <a:lnSpc>
                <a:spcPct val="110000"/>
              </a:lnSpc>
              <a:spcAft>
                <a:spcPts val="700"/>
              </a:spcAft>
              <a:buNone/>
              <a:defRPr sz="1500" b="0">
                <a:solidFill>
                  <a:srgbClr val="222222"/>
                </a:solidFill>
                <a:latin typeface="Arial"/>
                <a:ea typeface="Arial"/>
                <a:cs typeface="Arial"/>
              </a:defRPr>
            </a:pPr>
            <a:r>
              <a:rPr sz="1500" b="0" i="0">
                <a:solidFill>
                  <a:srgbClr val="222222"/>
                </a:solidFill>
                <a:latin typeface="Arial"/>
                <a:ea typeface="Arial"/>
                <a:cs typeface="Arial"/>
              </a:rPr>
              <a:t>The hardware design separates compute, motor and LED power domains.</a:t>
            </a:r>
          </a:p>
          <a:p xmlns:a="http://schemas.openxmlformats.org/drawingml/2006/main">
            <a:pPr marL="237744" indent="-237744">
              <a:lnSpc>
                <a:spcPct val="110000"/>
              </a:lnSpc>
              <a:spcAft>
                <a:spcPts val="700"/>
              </a:spcAft>
              <a:buNone/>
              <a:defRPr sz="1500" b="0">
                <a:solidFill>
                  <a:srgbClr val="222222"/>
                </a:solidFill>
                <a:latin typeface="Arial"/>
                <a:ea typeface="Arial"/>
                <a:cs typeface="Arial"/>
              </a:defRPr>
            </a:pPr>
            <a:r>
              <a:rPr sz="1500" b="0" i="0">
                <a:solidFill>
                  <a:srgbClr val="222222"/>
                </a:solidFill>
                <a:latin typeface="Arial"/>
                <a:ea typeface="Arial"/>
                <a:cs typeface="Arial"/>
              </a:rPr>
              <a:t>Pico, LED matrix, camera and audio parts remain in the wider project BOM.</a:t>
            </a:r>
          </a:p>
          <a:p xmlns:a="http://schemas.openxmlformats.org/drawingml/2006/main">
            <a:pPr marL="237744" indent="-237744">
              <a:lnSpc>
                <a:spcPct val="110000"/>
              </a:lnSpc>
              <a:spcAft>
                <a:spcPts val="700"/>
              </a:spcAft>
              <a:buNone/>
              <a:defRPr sz="1500" b="0">
                <a:solidFill>
                  <a:srgbClr val="222222"/>
                </a:solidFill>
                <a:latin typeface="Arial"/>
                <a:ea typeface="Arial"/>
                <a:cs typeface="Arial"/>
              </a:defRPr>
            </a:pPr>
            <a:r>
              <a:rPr sz="1500" b="0" i="0">
                <a:solidFill>
                  <a:srgbClr val="222222"/>
                </a:solidFill>
                <a:latin typeface="Arial"/>
                <a:ea typeface="Arial"/>
                <a:cs typeface="Arial"/>
              </a:rPr>
              <a:t>LED operation and speaker playback are not claimed in this demonstration.</a:t>
            </a:r>
          </a:p>
        </p:txBody>
      </p:sp>
    </p:spTree>
    <p:extLst>
      <p:ext uri="{BB962C8B-B14F-4D97-AF65-F5344CB8AC3E}">
        <p14:creationId xmlns:p14="http://schemas.microsoft.com/office/powerpoint/2010/main" val="693666595"/>
      </p:ext>
    </p:extLst>
  </p:cSld>
</p:sld>
</file>

<file path=ppt/slides/slide20.xml><?xml version="1.0" encoding="utf-8"?>
<p:sld xmlns:p="http://schemas.openxmlformats.org/presentationml/2006/main" show="0">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8886303E-F02A-4CE0-AADF-85D2CF2F694B}"/>
              </a:ext>
            </a:extLst>
          </p:cNvPr>
          <p:cNvSpPr>
            <a:spLocks xmlns:a="http://schemas.openxmlformats.org/drawingml/2006/main" noGrp="1"/>
          </p:cNvSpPr>
          <p:nvPr/>
        </p:nvSpPr>
        <p:spPr>
          <a:xfrm xmlns:a="http://schemas.openxmlformats.org/drawingml/2006/main">
            <a:off x="8138160" y="4855464"/>
            <a:ext cx="685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r">
              <a:buNone/>
            </a:pPr>
            <a:r>
              <a:rPr sz="900" b="0" i="0">
                <a:solidFill>
                  <a:srgbClr val="64A0C8"/>
                </a:solidFill>
                <a:latin typeface="Arial"/>
                <a:ea typeface="Arial"/>
                <a:cs typeface="Arial"/>
              </a:rPr>
              <a:t>20</a:t>
            </a:r>
          </a:p>
        </p:txBody>
      </p:sp>
      <p:sp>
        <p:nvSpPr>
          <p:cNvPr id="3" name="TextBox 2">
            <a:extLst xmlns:a="http://schemas.openxmlformats.org/drawingml/2006/main">
              <a:ext uri="{FF2B5EF4-FFF2-40B4-BE49-F238E27FC236}">
                <a16:creationId xmlns:a16="http://schemas.microsoft.com/office/drawing/2014/main" id="{15CE1193-2F4E-4CD1-9AB4-CDD6B09C9051}"/>
              </a:ext>
            </a:extLst>
          </p:cNvPr>
          <p:cNvSpPr>
            <a:spLocks xmlns:a="http://schemas.openxmlformats.org/drawingml/2006/main" noGrp="1"/>
          </p:cNvSpPr>
          <p:nvPr/>
        </p:nvSpPr>
        <p:spPr>
          <a:xfrm xmlns:a="http://schemas.openxmlformats.org/drawingml/2006/main">
            <a:off x="320040" y="457200"/>
            <a:ext cx="7635240" cy="43815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nSpc>
                <a:spcPct val="100000"/>
              </a:lnSpc>
              <a:buNone/>
            </a:pPr>
            <a:r>
              <a:rPr sz="2500" b="1" i="0">
                <a:solidFill>
                  <a:srgbClr val="1A1A1A"/>
                </a:solidFill>
                <a:latin typeface="Arial"/>
                <a:ea typeface="Arial"/>
                <a:cs typeface="Arial"/>
              </a:rPr>
              <a:t>Backup: test coverage</a:t>
            </a:r>
          </a:p>
        </p:txBody>
      </p:sp>
      <p:sp>
        <p:nvSpPr>
          <p:cNvPr id="4" name="TextBox 3">
            <a:extLst xmlns:a="http://schemas.openxmlformats.org/drawingml/2006/main">
              <a:ext uri="{FF2B5EF4-FFF2-40B4-BE49-F238E27FC236}">
                <a16:creationId xmlns:a16="http://schemas.microsoft.com/office/drawing/2014/main" id="{EE3B58D7-0B15-4E11-8D6F-69AC6CF4D423}"/>
              </a:ext>
            </a:extLst>
          </p:cNvPr>
          <p:cNvSpPr>
            <a:spLocks xmlns:a="http://schemas.openxmlformats.org/drawingml/2006/main" noGrp="1"/>
          </p:cNvSpPr>
          <p:nvPr/>
        </p:nvSpPr>
        <p:spPr>
          <a:xfrm xmlns:a="http://schemas.openxmlformats.org/drawingml/2006/main">
            <a:off x="320040" y="1371600"/>
            <a:ext cx="8513064"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222222"/>
                </a:solidFill>
                <a:latin typeface="Arial"/>
                <a:ea typeface="Arial"/>
                <a:cs typeface="Arial"/>
              </a:defRPr>
            </a:pPr>
            <a:r>
              <a:rPr sz="1350" b="0" i="0">
                <a:solidFill>
                  <a:srgbClr val="222222"/>
                </a:solidFill>
                <a:latin typeface="Arial"/>
                <a:ea typeface="Arial"/>
                <a:cs typeface="Arial"/>
              </a:rPr>
              <a:t>Reported software checks, with dates and boundaries</a:t>
            </a:r>
          </a:p>
        </p:txBody>
      </p:sp>
      <p:sp>
        <p:nvSpPr>
          <p:cNvPr id="5" name="TextBox 4">
            <a:extLst xmlns:a="http://schemas.openxmlformats.org/drawingml/2006/main">
              <a:ext uri="{FF2B5EF4-FFF2-40B4-BE49-F238E27FC236}">
                <a16:creationId xmlns:a16="http://schemas.microsoft.com/office/drawing/2014/main" id="{2DBF49D5-794A-4337-8B9D-D0B356399327}"/>
              </a:ext>
            </a:extLst>
          </p:cNvPr>
          <p:cNvSpPr>
            <a:spLocks xmlns:a="http://schemas.openxmlformats.org/drawingml/2006/main" noGrp="1"/>
          </p:cNvSpPr>
          <p:nvPr/>
        </p:nvSpPr>
        <p:spPr>
          <a:xfrm xmlns:a="http://schemas.openxmlformats.org/drawingml/2006/main">
            <a:off x="320040" y="1809750"/>
            <a:ext cx="8505825" cy="223837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237744" indent="-237744">
              <a:lnSpc>
                <a:spcPct val="110000"/>
              </a:lnSpc>
              <a:spcAft>
                <a:spcPts val="700"/>
              </a:spcAft>
              <a:buNone/>
              <a:defRPr sz="1500" b="0">
                <a:solidFill>
                  <a:srgbClr val="222222"/>
                </a:solidFill>
                <a:latin typeface="Arial"/>
                <a:ea typeface="Arial"/>
                <a:cs typeface="Arial"/>
              </a:defRPr>
            </a:pPr>
            <a:r>
              <a:rPr sz="1500" b="0" i="0">
                <a:solidFill>
                  <a:srgbClr val="222222"/>
                </a:solidFill>
                <a:latin typeface="Arial"/>
                <a:ea typeface="Arial"/>
                <a:cs typeface="Arial"/>
              </a:rPr>
              <a:t>13 reference recordings contain 5,488 source frames.</a:t>
            </a:r>
          </a:p>
          <a:p xmlns:a="http://schemas.openxmlformats.org/drawingml/2006/main">
            <a:pPr marL="237744" indent="-237744">
              <a:lnSpc>
                <a:spcPct val="110000"/>
              </a:lnSpc>
              <a:spcAft>
                <a:spcPts val="700"/>
              </a:spcAft>
              <a:buNone/>
              <a:defRPr sz="1500" b="0">
                <a:solidFill>
                  <a:srgbClr val="222222"/>
                </a:solidFill>
                <a:latin typeface="Arial"/>
                <a:ea typeface="Arial"/>
                <a:cs typeface="Arial"/>
              </a:defRPr>
            </a:pPr>
            <a:r>
              <a:rPr sz="1500" b="0" i="0">
                <a:solidFill>
                  <a:srgbClr val="222222"/>
                </a:solidFill>
                <a:latin typeface="Arial"/>
                <a:ea typeface="Arial"/>
                <a:cs typeface="Arial"/>
              </a:rPr>
              <a:t>Tests cover calibration identity, bounds, stopping and pose persistence.</a:t>
            </a:r>
          </a:p>
          <a:p xmlns:a="http://schemas.openxmlformats.org/drawingml/2006/main">
            <a:pPr marL="237744" indent="-237744">
              <a:lnSpc>
                <a:spcPct val="110000"/>
              </a:lnSpc>
              <a:spcAft>
                <a:spcPts val="700"/>
              </a:spcAft>
              <a:buNone/>
              <a:defRPr sz="1500" b="0">
                <a:solidFill>
                  <a:srgbClr val="222222"/>
                </a:solidFill>
                <a:latin typeface="Arial"/>
                <a:ea typeface="Arial"/>
                <a:cs typeface="Arial"/>
              </a:defRPr>
            </a:pPr>
            <a:r>
              <a:rPr sz="1500" b="0" i="0">
                <a:solidFill>
                  <a:srgbClr val="222222"/>
                </a:solidFill>
                <a:latin typeface="Arial"/>
                <a:ea typeface="Arial"/>
                <a:cs typeface="Arial"/>
              </a:rPr>
              <a:t>New checks cover interrupted returns and relative trajectory conversion.</a:t>
            </a:r>
          </a:p>
          <a:p xmlns:a="http://schemas.openxmlformats.org/drawingml/2006/main">
            <a:pPr marL="237744" indent="-237744">
              <a:lnSpc>
                <a:spcPct val="110000"/>
              </a:lnSpc>
              <a:spcAft>
                <a:spcPts val="700"/>
              </a:spcAft>
              <a:buNone/>
              <a:defRPr sz="1500" b="0">
                <a:solidFill>
                  <a:srgbClr val="222222"/>
                </a:solidFill>
                <a:latin typeface="Arial"/>
                <a:ea typeface="Arial"/>
                <a:cs typeface="Arial"/>
              </a:defRPr>
            </a:pPr>
            <a:r>
              <a:rPr sz="1500" b="0" i="0">
                <a:solidFill>
                  <a:srgbClr val="222222"/>
                </a:solidFill>
                <a:latin typeface="Arial"/>
                <a:ea typeface="Arial"/>
                <a:cs typeface="Arial"/>
              </a:rPr>
              <a:t>Recorded physical motion provides evidence beyond the simulated bus.</a:t>
            </a:r>
          </a:p>
          <a:p xmlns:a="http://schemas.openxmlformats.org/drawingml/2006/main">
            <a:pPr marL="237744" indent="-237744">
              <a:lnSpc>
                <a:spcPct val="110000"/>
              </a:lnSpc>
              <a:spcAft>
                <a:spcPts val="700"/>
              </a:spcAft>
              <a:buNone/>
              <a:defRPr sz="1500" b="0">
                <a:solidFill>
                  <a:srgbClr val="222222"/>
                </a:solidFill>
                <a:latin typeface="Arial"/>
                <a:ea typeface="Arial"/>
                <a:cs typeface="Arial"/>
              </a:defRPr>
            </a:pPr>
            <a:r>
              <a:rPr sz="1500" b="0" i="0">
                <a:solidFill>
                  <a:srgbClr val="222222"/>
                </a:solidFill>
                <a:latin typeface="Arial"/>
                <a:ea typeface="Arial"/>
                <a:cs typeface="Arial"/>
              </a:rPr>
              <a:t>Position error, collisions and long-run reliability need further measurement.</a:t>
            </a:r>
          </a:p>
        </p:txBody>
      </p:sp>
      <p:sp>
        <p:nvSpPr>
          <p:cNvPr id="6" name="Rounded Rectangle 5">
            <a:extLst xmlns:a="http://schemas.openxmlformats.org/drawingml/2006/main">
              <a:ext uri="{FF2B5EF4-FFF2-40B4-BE49-F238E27FC236}">
                <a16:creationId xmlns:a16="http://schemas.microsoft.com/office/drawing/2014/main" id="{99117FBE-7B65-4117-9D3C-9CC50291CD85}"/>
              </a:ext>
            </a:extLst>
          </p:cNvPr>
          <p:cNvSpPr>
            <a:spLocks xmlns:a="http://schemas.openxmlformats.org/drawingml/2006/main" noGrp="1"/>
          </p:cNvSpPr>
          <p:nvPr/>
        </p:nvSpPr>
        <p:spPr>
          <a:xfrm xmlns:a="http://schemas.openxmlformats.org/drawingml/2006/main">
            <a:off x="320040" y="4343400"/>
            <a:ext cx="8513064" cy="402336"/>
          </a:xfrm>
          <a:prstGeom xmlns:a="http://schemas.openxmlformats.org/drawingml/2006/main" prst="roundRect">
            <a:avLst/>
          </a:prstGeom>
          <a:solidFill xmlns:a="http://schemas.openxmlformats.org/drawingml/2006/main">
            <a:srgbClr val="EEF3F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09728" tIns="18288" rIns="109728" bIns="18288" anchor="ctr">
            <a:noAutofit/>
          </a:bodyPr>
          <a:lstStyle xmlns:a="http://schemas.openxmlformats.org/drawingml/2006/main"/>
          <a:p xmlns:a="http://schemas.openxmlformats.org/drawingml/2006/main">
            <a:pPr algn="ctr">
              <a:buNone/>
              <a:defRPr sz="1200" b="0">
                <a:solidFill>
                  <a:srgbClr val="005293"/>
                </a:solidFill>
                <a:latin typeface="Arial"/>
                <a:ea typeface="Arial"/>
                <a:cs typeface="Arial"/>
              </a:defRPr>
            </a:pPr>
            <a:r>
              <a:rPr sz="1200" b="0" i="0">
                <a:solidFill>
                  <a:srgbClr val="005293"/>
                </a:solidFill>
                <a:latin typeface="Arial"/>
                <a:ea typeface="Arial"/>
                <a:cs typeface="Arial"/>
              </a:rPr>
              <a:t>Offline command: PYTHONPATH=ailamp_runtime python3 -m ailamp.motor_cli preflight</a:t>
            </a:r>
          </a:p>
        </p:txBody>
      </p:sp>
    </p:spTree>
    <p:extLst>
      <p:ext uri="{BB962C8B-B14F-4D97-AF65-F5344CB8AC3E}">
        <p14:creationId xmlns:p14="http://schemas.microsoft.com/office/powerpoint/2010/main" val="1351174627"/>
      </p:ext>
    </p:extLst>
  </p:cSld>
</p:sld>
</file>

<file path=ppt/slides/slide21.xml><?xml version="1.0" encoding="utf-8"?>
<p:sld xmlns:p="http://schemas.openxmlformats.org/presentationml/2006/main" show="0">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8EFEA411-E3DE-49DC-83E3-4208F4B129E0}"/>
              </a:ext>
            </a:extLst>
          </p:cNvPr>
          <p:cNvSpPr>
            <a:spLocks xmlns:a="http://schemas.openxmlformats.org/drawingml/2006/main" noGrp="1"/>
          </p:cNvSpPr>
          <p:nvPr/>
        </p:nvSpPr>
        <p:spPr>
          <a:xfrm xmlns:a="http://schemas.openxmlformats.org/drawingml/2006/main">
            <a:off x="8138160" y="4855464"/>
            <a:ext cx="685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r">
              <a:buNone/>
            </a:pPr>
            <a:r>
              <a:rPr sz="900" b="0" i="0">
                <a:solidFill>
                  <a:srgbClr val="64A0C8"/>
                </a:solidFill>
                <a:latin typeface="Arial"/>
                <a:ea typeface="Arial"/>
                <a:cs typeface="Arial"/>
              </a:rPr>
              <a:t>21</a:t>
            </a:r>
          </a:p>
        </p:txBody>
      </p:sp>
      <p:sp>
        <p:nvSpPr>
          <p:cNvPr id="3" name="TextBox 2">
            <a:extLst xmlns:a="http://schemas.openxmlformats.org/drawingml/2006/main">
              <a:ext uri="{FF2B5EF4-FFF2-40B4-BE49-F238E27FC236}">
                <a16:creationId xmlns:a16="http://schemas.microsoft.com/office/drawing/2014/main" id="{490A6C6C-96CD-4335-9FB6-16B429F29390}"/>
              </a:ext>
            </a:extLst>
          </p:cNvPr>
          <p:cNvSpPr>
            <a:spLocks xmlns:a="http://schemas.openxmlformats.org/drawingml/2006/main" noGrp="1"/>
          </p:cNvSpPr>
          <p:nvPr/>
        </p:nvSpPr>
        <p:spPr>
          <a:xfrm xmlns:a="http://schemas.openxmlformats.org/drawingml/2006/main">
            <a:off x="320040" y="457200"/>
            <a:ext cx="7635240" cy="43815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nSpc>
                <a:spcPct val="100000"/>
              </a:lnSpc>
              <a:buNone/>
            </a:pPr>
            <a:r>
              <a:rPr sz="2500" b="1" i="0">
                <a:solidFill>
                  <a:srgbClr val="1A1A1A"/>
                </a:solidFill>
                <a:latin typeface="Arial"/>
                <a:ea typeface="Arial"/>
                <a:cs typeface="Arial"/>
              </a:rPr>
              <a:t>Backup: timeline</a:t>
            </a:r>
          </a:p>
        </p:txBody>
      </p:sp>
      <p:sp>
        <p:nvSpPr>
          <p:cNvPr id="4" name="TextBox 3">
            <a:extLst xmlns:a="http://schemas.openxmlformats.org/drawingml/2006/main">
              <a:ext uri="{FF2B5EF4-FFF2-40B4-BE49-F238E27FC236}">
                <a16:creationId xmlns:a16="http://schemas.microsoft.com/office/drawing/2014/main" id="{D2494062-CAEA-47BC-BDA7-5EB80A9FBCEA}"/>
              </a:ext>
            </a:extLst>
          </p:cNvPr>
          <p:cNvSpPr>
            <a:spLocks xmlns:a="http://schemas.openxmlformats.org/drawingml/2006/main" noGrp="1"/>
          </p:cNvSpPr>
          <p:nvPr/>
        </p:nvSpPr>
        <p:spPr>
          <a:xfrm xmlns:a="http://schemas.openxmlformats.org/drawingml/2006/main">
            <a:off x="320040" y="1874519"/>
            <a:ext cx="8513064"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237744" indent="-237744">
              <a:lnSpc>
                <a:spcPct val="110000"/>
              </a:lnSpc>
              <a:spcAft>
                <a:spcPts val="1200"/>
              </a:spcAft>
              <a:buNone/>
              <a:defRPr sz="1500" b="0">
                <a:solidFill>
                  <a:srgbClr val="222222"/>
                </a:solidFill>
                <a:latin typeface="Arial"/>
                <a:ea typeface="Arial"/>
                <a:cs typeface="Arial"/>
              </a:defRPr>
            </a:pPr>
            <a:r>
              <a:rPr sz="1500" b="0" i="0">
                <a:solidFill>
                  <a:srgbClr val="222222"/>
                </a:solidFill>
                <a:latin typeface="Arial"/>
                <a:ea typeface="Arial"/>
                <a:cs typeface="Arial"/>
              </a:rPr>
              <a:t>Early work: select the LeLamp platform and plan Jetson integration.</a:t>
            </a:r>
          </a:p>
          <a:p xmlns:a="http://schemas.openxmlformats.org/drawingml/2006/main">
            <a:pPr marL="237744" indent="-237744">
              <a:lnSpc>
                <a:spcPct val="110000"/>
              </a:lnSpc>
              <a:spcAft>
                <a:spcPts val="1200"/>
              </a:spcAft>
              <a:buNone/>
              <a:defRPr sz="1500" b="0">
                <a:solidFill>
                  <a:srgbClr val="222222"/>
                </a:solidFill>
                <a:latin typeface="Arial"/>
                <a:ea typeface="Arial"/>
                <a:cs typeface="Arial"/>
              </a:defRPr>
            </a:pPr>
            <a:r>
              <a:rPr sz="1500" b="0" i="0">
                <a:solidFill>
                  <a:srgbClr val="222222"/>
                </a:solidFill>
                <a:latin typeface="Arial"/>
                <a:ea typeface="Arial"/>
                <a:cs typeface="Arial"/>
              </a:rPr>
              <a:t>Build phase: assemble the mechanism and design the replacement base.</a:t>
            </a:r>
          </a:p>
          <a:p xmlns:a="http://schemas.openxmlformats.org/drawingml/2006/main">
            <a:pPr marL="237744" indent="-237744">
              <a:lnSpc>
                <a:spcPct val="110000"/>
              </a:lnSpc>
              <a:spcAft>
                <a:spcPts val="1200"/>
              </a:spcAft>
              <a:buNone/>
              <a:defRPr sz="1500" b="0">
                <a:solidFill>
                  <a:srgbClr val="222222"/>
                </a:solidFill>
                <a:latin typeface="Arial"/>
                <a:ea typeface="Arial"/>
                <a:cs typeface="Arial"/>
              </a:defRPr>
            </a:pPr>
            <a:r>
              <a:rPr sz="1500" b="0" i="0">
                <a:solidFill>
                  <a:srgbClr val="222222"/>
                </a:solidFill>
                <a:latin typeface="Arial"/>
                <a:ea typeface="Arial"/>
                <a:cs typeface="Arial"/>
              </a:rPr>
              <a:t>8-9 September: deploy the console and improve home and motion handling.</a:t>
            </a:r>
          </a:p>
          <a:p xmlns:a="http://schemas.openxmlformats.org/drawingml/2006/main">
            <a:pPr marL="237744" indent="-237744">
              <a:lnSpc>
                <a:spcPct val="110000"/>
              </a:lnSpc>
              <a:spcAft>
                <a:spcPts val="1200"/>
              </a:spcAft>
              <a:buNone/>
              <a:defRPr sz="1500" b="0">
                <a:solidFill>
                  <a:srgbClr val="222222"/>
                </a:solidFill>
                <a:latin typeface="Arial"/>
                <a:ea typeface="Arial"/>
                <a:cs typeface="Arial"/>
              </a:defRPr>
            </a:pPr>
            <a:r>
              <a:rPr sz="1500" b="0" i="0">
                <a:solidFill>
                  <a:srgbClr val="222222"/>
                </a:solidFill>
                <a:latin typeface="Arial"/>
                <a:ea typeface="Arial"/>
                <a:cs typeface="Arial"/>
              </a:rPr>
              <a:t>Presentation preparation: record physical gestures and integrate the video.</a:t>
            </a:r>
          </a:p>
        </p:txBody>
      </p:sp>
      <p:sp>
        <p:nvSpPr>
          <p:cNvPr id="5" name="TextBox 4">
            <a:extLst xmlns:a="http://schemas.openxmlformats.org/drawingml/2006/main">
              <a:ext uri="{FF2B5EF4-FFF2-40B4-BE49-F238E27FC236}">
                <a16:creationId xmlns:a16="http://schemas.microsoft.com/office/drawing/2014/main" id="{29081D41-2EDC-4C5F-B66D-895F3402310E}"/>
              </a:ext>
            </a:extLst>
          </p:cNvPr>
          <p:cNvSpPr>
            <a:spLocks xmlns:a="http://schemas.openxmlformats.org/drawingml/2006/main" noGrp="1"/>
          </p:cNvSpPr>
          <p:nvPr/>
        </p:nvSpPr>
        <p:spPr>
          <a:xfrm xmlns:a="http://schemas.openxmlformats.org/drawingml/2006/main">
            <a:off x="320040" y="4297680"/>
            <a:ext cx="8513064"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00" b="0">
                <a:solidFill>
                  <a:srgbClr val="005293"/>
                </a:solidFill>
                <a:latin typeface="Arial"/>
                <a:ea typeface="Arial"/>
                <a:cs typeface="Arial"/>
              </a:defRPr>
            </a:pPr>
            <a:r>
              <a:rPr sz="1200" b="0" i="0">
                <a:solidFill>
                  <a:srgbClr val="005293"/>
                </a:solidFill>
                <a:latin typeface="Arial"/>
                <a:ea typeface="Arial"/>
                <a:cs typeface="Arial"/>
              </a:rPr>
              <a:t>Next milestone: validated voice-to-action control on the physical lamp.</a:t>
            </a:r>
          </a:p>
        </p:txBody>
      </p:sp>
    </p:spTree>
    <p:extLst>
      <p:ext uri="{BB962C8B-B14F-4D97-AF65-F5344CB8AC3E}">
        <p14:creationId xmlns:p14="http://schemas.microsoft.com/office/powerpoint/2010/main" val="706924455"/>
      </p:ext>
    </p:extLst>
  </p:cSld>
</p:sld>
</file>

<file path=ppt/slides/slide22.xml><?xml version="1.0" encoding="utf-8"?>
<p:sld xmlns:p="http://schemas.openxmlformats.org/presentationml/2006/main" show="0">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F5D15070-8745-4B11-B6DC-953AB2FA5D57}"/>
              </a:ext>
            </a:extLst>
          </p:cNvPr>
          <p:cNvSpPr>
            <a:spLocks xmlns:a="http://schemas.openxmlformats.org/drawingml/2006/main" noGrp="1"/>
          </p:cNvSpPr>
          <p:nvPr/>
        </p:nvSpPr>
        <p:spPr>
          <a:xfrm xmlns:a="http://schemas.openxmlformats.org/drawingml/2006/main">
            <a:off x="8138160" y="4855464"/>
            <a:ext cx="685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r">
              <a:buNone/>
            </a:pPr>
            <a:r>
              <a:rPr sz="900" b="0" i="0">
                <a:solidFill>
                  <a:srgbClr val="64A0C8"/>
                </a:solidFill>
                <a:latin typeface="Arial"/>
                <a:ea typeface="Arial"/>
                <a:cs typeface="Arial"/>
              </a:rPr>
              <a:t>22</a:t>
            </a:r>
          </a:p>
        </p:txBody>
      </p:sp>
      <p:sp>
        <p:nvSpPr>
          <p:cNvPr id="3" name="TextBox 2">
            <a:extLst xmlns:a="http://schemas.openxmlformats.org/drawingml/2006/main">
              <a:ext uri="{FF2B5EF4-FFF2-40B4-BE49-F238E27FC236}">
                <a16:creationId xmlns:a16="http://schemas.microsoft.com/office/drawing/2014/main" id="{412AC43D-337F-4537-92CB-AC7B1B3CE19D}"/>
              </a:ext>
            </a:extLst>
          </p:cNvPr>
          <p:cNvSpPr>
            <a:spLocks xmlns:a="http://schemas.openxmlformats.org/drawingml/2006/main" noGrp="1"/>
          </p:cNvSpPr>
          <p:nvPr/>
        </p:nvSpPr>
        <p:spPr>
          <a:xfrm xmlns:a="http://schemas.openxmlformats.org/drawingml/2006/main">
            <a:off x="320040" y="457200"/>
            <a:ext cx="7635240" cy="43815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nSpc>
                <a:spcPct val="100000"/>
              </a:lnSpc>
              <a:buNone/>
            </a:pPr>
            <a:r>
              <a:rPr sz="2500" b="1" i="0">
                <a:solidFill>
                  <a:srgbClr val="1A1A1A"/>
                </a:solidFill>
                <a:latin typeface="Arial"/>
                <a:ea typeface="Arial"/>
                <a:cs typeface="Arial"/>
              </a:rPr>
              <a:t>Backup: printable parts</a:t>
            </a:r>
          </a:p>
        </p:txBody>
      </p:sp>
      <p:sp>
        <p:nvSpPr>
          <p:cNvPr id="4" name="TextBox 3">
            <a:extLst xmlns:a="http://schemas.openxmlformats.org/drawingml/2006/main">
              <a:ext uri="{FF2B5EF4-FFF2-40B4-BE49-F238E27FC236}">
                <a16:creationId xmlns:a16="http://schemas.microsoft.com/office/drawing/2014/main" id="{F83B1CCF-4C41-4062-8BEA-EC2F6D68CAD9}"/>
              </a:ext>
            </a:extLst>
          </p:cNvPr>
          <p:cNvSpPr>
            <a:spLocks xmlns:a="http://schemas.openxmlformats.org/drawingml/2006/main" noGrp="1"/>
          </p:cNvSpPr>
          <p:nvPr/>
        </p:nvSpPr>
        <p:spPr>
          <a:xfrm xmlns:a="http://schemas.openxmlformats.org/drawingml/2006/main">
            <a:off x="320040" y="1371600"/>
            <a:ext cx="8513064"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r>
              <a:rPr sz="1300" b="1" i="0">
                <a:solidFill>
                  <a:srgbClr val="0065BD"/>
                </a:solidFill>
                <a:latin typeface="Arial"/>
                <a:ea typeface="Arial"/>
                <a:cs typeface="Arial"/>
              </a:rPr>
              <a:t>Seven upstream parts, two replaced by ours</a:t>
            </a:r>
          </a:p>
        </p:txBody>
      </p:sp>
      <p:sp>
        <p:nvSpPr>
          <p:cNvPr id="5" name="TextBox 4">
            <a:extLst xmlns:a="http://schemas.openxmlformats.org/drawingml/2006/main">
              <a:ext uri="{FF2B5EF4-FFF2-40B4-BE49-F238E27FC236}">
                <a16:creationId xmlns:a16="http://schemas.microsoft.com/office/drawing/2014/main" id="{429BEBE9-81CB-47FF-AD6F-95CB97FF1861}"/>
              </a:ext>
            </a:extLst>
          </p:cNvPr>
          <p:cNvSpPr>
            <a:spLocks xmlns:a="http://schemas.openxmlformats.org/drawingml/2006/main" noGrp="1"/>
          </p:cNvSpPr>
          <p:nvPr/>
        </p:nvSpPr>
        <p:spPr>
          <a:xfrm xmlns:a="http://schemas.openxmlformats.org/drawingml/2006/main">
            <a:off x="320040" y="1783080"/>
            <a:ext cx="8513064"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000" b="0" i="0">
                <a:solidFill>
                  <a:srgbClr val="1A1A1A"/>
                </a:solidFill>
                <a:latin typeface="Arial"/>
                <a:ea typeface="Arial"/>
                <a:cs typeface="Arial"/>
              </a:rPr>
              <a:t>Our Shell and Cover replace LampBase and Cover. Arm, head, diffuser unchanged.</a:t>
            </a:r>
          </a:p>
        </p:txBody>
      </p:sp>
      <p:pic>
        <p:nvPicPr>
          <p:cNvPr id="13" name="Picture 5"/>
          <p:cNvPicPr>
            <a:picLocks xmlns:a="http://schemas.openxmlformats.org/drawingml/2006/main" noChangeAspect="1"/>
          </p:cNvPicPr>
          <p:nvPr/>
        </p:nvPicPr>
        <p:blipFill>
          <a:blip xmlns:r="http://schemas.openxmlformats.org/officeDocument/2006/relationships" xmlns:a="http://schemas.openxmlformats.org/drawingml/2006/main" r:embed="Rbd5f61fe7322460e"/>
          <a:stretch xmlns:a="http://schemas.openxmlformats.org/drawingml/2006/main">
            <a:fillRect l="0" t="0" r="0" b="0"/>
          </a:stretch>
        </p:blipFill>
        <p:spPr>
          <a:xfrm xmlns:a="http://schemas.openxmlformats.org/drawingml/2006/main">
            <a:off x="2936327" y="2194560"/>
            <a:ext cx="3280488" cy="2331720"/>
          </a:xfrm>
          <a:prstGeom xmlns:a="http://schemas.openxmlformats.org/drawingml/2006/main" prst="rect">
            <a:avLst/>
          </a:prstGeom>
        </p:spPr>
      </p:pic>
      <p:sp>
        <p:nvSpPr>
          <p:cNvPr id="7" name="TextBox 6">
            <a:extLst xmlns:a="http://schemas.openxmlformats.org/drawingml/2006/main">
              <a:ext uri="{FF2B5EF4-FFF2-40B4-BE49-F238E27FC236}">
                <a16:creationId xmlns:a16="http://schemas.microsoft.com/office/drawing/2014/main" id="{B0A9703F-BBCF-4D0C-969E-A14FEC03A7B7}"/>
              </a:ext>
            </a:extLst>
          </p:cNvPr>
          <p:cNvSpPr>
            <a:spLocks xmlns:a="http://schemas.openxmlformats.org/drawingml/2006/main" noGrp="1"/>
          </p:cNvSpPr>
          <p:nvPr/>
        </p:nvSpPr>
        <p:spPr>
          <a:xfrm xmlns:a="http://schemas.openxmlformats.org/drawingml/2006/main">
            <a:off x="320040" y="4544567"/>
            <a:ext cx="8513064"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ctr">
              <a:buNone/>
            </a:pPr>
            <a:r>
              <a:rPr sz="1000" b="0" i="1">
                <a:solidFill>
                  <a:srgbClr val="6E6E6E"/>
                </a:solidFill>
                <a:latin typeface="Arial"/>
                <a:ea typeface="Arial"/>
                <a:cs typeface="Arial"/>
              </a:rPr>
              <a:t>Print plate, LeLamp documentation (GPL-3.0)</a:t>
            </a:r>
          </a:p>
        </p:txBody>
      </p:sp>
    </p:spTree>
    <p:extLst>
      <p:ext uri="{BB962C8B-B14F-4D97-AF65-F5344CB8AC3E}">
        <p14:creationId xmlns:p14="http://schemas.microsoft.com/office/powerpoint/2010/main" val="329188050"/>
      </p:ext>
    </p:extLst>
  </p:cSld>
</p:sld>
</file>

<file path=ppt/theme/theme1.xml><?xml version="1.0" encoding="utf-8"?>
<a:theme xmlns:a="http://schemas.openxmlformats.org/drawingml/2006/main" name="Titel 1">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TUM">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2026-09-08T20:14:52.8090000Z</dcterms:created>
  <dcterms:modified xsi:type="dcterms:W3CDTF">2026-09-08T20:14:52.8090000Z</dcterms:modified>
</coreProperties>
</file>